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61" r:id="rId3"/>
    <p:sldId id="262" r:id="rId4"/>
    <p:sldId id="264" r:id="rId5"/>
    <p:sldId id="265" r:id="rId6"/>
    <p:sldId id="266" r:id="rId7"/>
    <p:sldId id="267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  <a:srgbClr val="FFF5CC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/>
    <p:restoredTop sz="94692"/>
  </p:normalViewPr>
  <p:slideViewPr>
    <p:cSldViewPr snapToGrid="0">
      <p:cViewPr>
        <p:scale>
          <a:sx n="135" d="100"/>
          <a:sy n="135" d="100"/>
        </p:scale>
        <p:origin x="144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B8FC81-8935-0346-BE50-8694B05AF256}" type="datetimeFigureOut">
              <a:rPr lang="it-IT" smtClean="0"/>
              <a:t>08/10/25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149AA4-AB85-CE47-BFA2-E77D52C599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053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49AA4-AB85-CE47-BFA2-E77D52C59998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2858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C2452-9B5C-61FC-4D9D-5E9EEF5F2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A22D0EB-F717-E38C-0534-CCA4A394AF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B3371C6-4BD5-ADD2-4B73-14A9A4CB6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C7C0426-345B-82B5-16EF-D393BC125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49AA4-AB85-CE47-BFA2-E77D52C59998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8273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E4194-07CA-55D4-57CC-B5AF907EB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E3A080A-5B63-68AE-2343-B0B74F189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26B467D-FF1A-67D3-A449-9FC0344A3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A822C96-AC25-F6B1-5532-7391434CF5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49AA4-AB85-CE47-BFA2-E77D52C59998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6270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87516-3C79-3E5D-184F-707103ED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B8E7C16-BFEE-6DCC-C280-EBF6B543A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062A862-65A8-2F77-DDA5-3FEF053A5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778C9F6-93CC-488E-0826-6BD693A60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49AA4-AB85-CE47-BFA2-E77D52C59998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617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DC2CC-88F2-E043-D11A-1E472FC0C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E8B46A8-3858-7E4F-5AAE-5649C0CAC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1911663-8059-A88F-54D9-BDE3308EA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2C29B-98CD-FDF1-9E7C-164D2E07CB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49AA4-AB85-CE47-BFA2-E77D52C59998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8965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5CDF4-3F9D-BEF7-5469-9C05623E7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20470EB-77B4-30F7-0424-41B721733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4B8488B-A648-2610-B36E-0252DFBAB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3BC887E-F140-CB98-8561-0C6165902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49AA4-AB85-CE47-BFA2-E77D52C59998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2197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AAC3C-F7E9-0629-876A-9256C0631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F71504-998B-F40C-B0A5-16BCB76E7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34893-AF2C-815F-E1CA-EFD084AB0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AD8-79AC-4CE3-B36B-DD1C20551C09}" type="datetimeFigureOut">
              <a:rPr lang="it-IT" smtClean="0"/>
              <a:t>08/10/25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359A2-1259-2464-FA37-71AE1EBC3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58756-8566-D642-16FC-15EF3192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A692-F96A-4972-99E0-BFA4CF1BDB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0607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8FBA-ABFF-D4BA-680D-2E953E0A3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5807A-8022-2995-618E-BEA61B1C5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3D934-FECF-0D91-D717-8B212AB5F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AD8-79AC-4CE3-B36B-DD1C20551C09}" type="datetimeFigureOut">
              <a:rPr lang="it-IT" smtClean="0"/>
              <a:t>08/10/25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88670-F74A-1407-E560-68AAD6B22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9C094-C57D-A1BD-FD4C-2A0C8250D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A692-F96A-4972-99E0-BFA4CF1BDB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2383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EE19B-7E37-F056-604F-7CCAFD249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F6B66-9623-EAD4-B164-D94351161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DA476-F0E0-89B1-EAFD-AE18E3B82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AD8-79AC-4CE3-B36B-DD1C20551C09}" type="datetimeFigureOut">
              <a:rPr lang="it-IT" smtClean="0"/>
              <a:t>08/10/25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70B0B-6D31-EA8C-32BE-D6ACA41FF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9E41C-0FAD-06DC-3928-DC2E763E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A692-F96A-4972-99E0-BFA4CF1BDB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367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3ED03-EB78-948C-1254-7D65D6068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1F1BF-2DF8-A3D2-725E-4634C9AC0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DF1CB-F58A-DFAF-0A8D-1C6483FB8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32C5C-D030-1984-273B-10B277213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AD8-79AC-4CE3-B36B-DD1C20551C09}" type="datetimeFigureOut">
              <a:rPr lang="it-IT" smtClean="0"/>
              <a:t>08/10/25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A1D1A-2DE0-1635-9371-19171D972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9B4F2-2EF4-6708-20C7-048AA0478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A692-F96A-4972-99E0-BFA4CF1BDB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4879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A8DC1-4AD2-9EF5-46B1-2478A245F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1DC60-030F-DA6E-EB6B-49880844B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2B4FB-8D92-C500-5C87-EC6465CF7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C16616-5C0A-BDDA-B9D1-0F570E1F2D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C9A1A9-4D5C-4B34-98BC-C9E48F03F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D4E7A7-1528-F451-3DE4-EB7D5BFEE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AD8-79AC-4CE3-B36B-DD1C20551C09}" type="datetimeFigureOut">
              <a:rPr lang="it-IT" smtClean="0"/>
              <a:t>08/10/25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60604A-966A-034E-5AE4-806E3EBA3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560333-E8C0-31B9-E67B-B069E1047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A692-F96A-4972-99E0-BFA4CF1BDB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8815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ECA03-B36C-5C79-B2EB-4ECBD2CD7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BACE0-78C6-1600-64DC-5F0621E14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AD8-79AC-4CE3-B36B-DD1C20551C09}" type="datetimeFigureOut">
              <a:rPr lang="it-IT" smtClean="0"/>
              <a:t>08/10/25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934F97-1F23-1D3F-D5D2-4FD274B87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6F28C5-73DB-108D-E95C-65AB3C13E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A692-F96A-4972-99E0-BFA4CF1BDB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662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36BA9F-E61B-8785-7716-5F9EB6605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AD8-79AC-4CE3-B36B-DD1C20551C09}" type="datetimeFigureOut">
              <a:rPr lang="it-IT" smtClean="0"/>
              <a:t>08/10/25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7E6562-8984-5293-984F-3F152E412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BA0E2-0B72-B7D0-72EA-A333868E4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A692-F96A-4972-99E0-BFA4CF1BDB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160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8DEDB-11EF-C71E-F603-38E7B8E3B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BB58C-AF8E-D13A-FFB5-EA8876F13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65E40-3E86-B2FD-453A-E646F56DD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C2D09-23F8-6EA8-A1D5-64C008D63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AD8-79AC-4CE3-B36B-DD1C20551C09}" type="datetimeFigureOut">
              <a:rPr lang="it-IT" smtClean="0"/>
              <a:t>08/10/25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C61938-4384-1CD3-D0A5-463D45B95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23965-DFAA-581B-2D20-F40B81489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A692-F96A-4972-99E0-BFA4CF1BDB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8949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03B51-BDEF-3286-66D5-027440394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B6827B-5F51-4D34-FDC1-8C7F13E65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A112D-E464-BE0B-B1F3-3D2D4173D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9956F-6536-85B6-5916-8CC1D6435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AD8-79AC-4CE3-B36B-DD1C20551C09}" type="datetimeFigureOut">
              <a:rPr lang="it-IT" smtClean="0"/>
              <a:t>08/10/25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8B1E4-1D64-2D30-8379-07DE7DCE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33C9A-0147-A135-2D11-09AB02E2F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A692-F96A-4972-99E0-BFA4CF1BDB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6257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8F5F2-7ACE-655C-3C77-E177FFF4D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194BE-24D8-B2CB-489D-56D6180CA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E737A-17F3-7A9D-9DFD-F71E55A7E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AD8-79AC-4CE3-B36B-DD1C20551C09}" type="datetimeFigureOut">
              <a:rPr lang="it-IT" smtClean="0"/>
              <a:t>08/10/25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145BE-68A6-7A17-1E7E-51D613AD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D350A-072D-F705-8897-FDF8F85A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A692-F96A-4972-99E0-BFA4CF1BDB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0609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64A257-BF17-70D8-06AB-2981DB5F55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8D9B9E-A32F-7D2D-BB25-08FD1165E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93ACF-E0F6-DE14-8898-CDE9D06EE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AD8-79AC-4CE3-B36B-DD1C20551C09}" type="datetimeFigureOut">
              <a:rPr lang="it-IT" smtClean="0"/>
              <a:t>08/10/25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8A150-20E7-03F4-4DD3-01FEB73F8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60CCD-B4C8-3E49-EC33-2BDBF4449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FA692-F96A-4972-99E0-BFA4CF1BDB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9600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DD0FCC-EE98-AEC7-5AC3-3A248E732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99F62-65A4-4BDB-417E-7A7836597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0F1AA-AF70-5AAA-5F7A-0B6BD82294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B8AD8-79AC-4CE3-B36B-DD1C20551C09}" type="datetimeFigureOut">
              <a:rPr lang="it-IT" smtClean="0"/>
              <a:t>08/10/25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650C2-D923-78A1-9195-37BEFEAA8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643AE-24E2-BAFB-412E-DDA42734DF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EFA692-F96A-4972-99E0-BFA4CF1BDB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6203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0.png"/><Relationship Id="rId18" Type="http://schemas.openxmlformats.org/officeDocument/2006/relationships/image" Target="../media/image5.svg"/><Relationship Id="rId3" Type="http://schemas.openxmlformats.org/officeDocument/2006/relationships/image" Target="../media/image6.png"/><Relationship Id="rId21" Type="http://schemas.openxmlformats.org/officeDocument/2006/relationships/image" Target="../media/image23.png"/><Relationship Id="rId7" Type="http://schemas.openxmlformats.org/officeDocument/2006/relationships/image" Target="../media/image16.png"/><Relationship Id="rId12" Type="http://schemas.openxmlformats.org/officeDocument/2006/relationships/image" Target="../media/image9.svg"/><Relationship Id="rId1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.png"/><Relationship Id="rId20" Type="http://schemas.openxmlformats.org/officeDocument/2006/relationships/image" Target="../media/image2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12.png"/><Relationship Id="rId15" Type="http://schemas.openxmlformats.org/officeDocument/2006/relationships/image" Target="../media/image20.emf"/><Relationship Id="rId10" Type="http://schemas.openxmlformats.org/officeDocument/2006/relationships/image" Target="../media/image19.png"/><Relationship Id="rId19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emf"/><Relationship Id="rId18" Type="http://schemas.openxmlformats.org/officeDocument/2006/relationships/image" Target="../media/image22.emf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6.png"/><Relationship Id="rId12" Type="http://schemas.openxmlformats.org/officeDocument/2006/relationships/image" Target="../media/image11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.sv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0.png"/><Relationship Id="rId5" Type="http://schemas.openxmlformats.org/officeDocument/2006/relationships/image" Target="../media/image12.png"/><Relationship Id="rId15" Type="http://schemas.openxmlformats.org/officeDocument/2006/relationships/image" Target="../media/image4.png"/><Relationship Id="rId10" Type="http://schemas.openxmlformats.org/officeDocument/2006/relationships/image" Target="../media/image9.svg"/><Relationship Id="rId19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8.png"/><Relationship Id="rId1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22CF0-8167-0967-B95A-0AE16C8A1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tangolo 31">
            <a:extLst>
              <a:ext uri="{FF2B5EF4-FFF2-40B4-BE49-F238E27FC236}">
                <a16:creationId xmlns:a16="http://schemas.microsoft.com/office/drawing/2014/main" id="{5194DCF1-8968-E92A-5C4D-311A01DB2C1C}"/>
              </a:ext>
            </a:extLst>
          </p:cNvPr>
          <p:cNvSpPr/>
          <p:nvPr/>
        </p:nvSpPr>
        <p:spPr>
          <a:xfrm>
            <a:off x="878774" y="587386"/>
            <a:ext cx="10094026" cy="2159469"/>
          </a:xfrm>
          <a:prstGeom prst="rect">
            <a:avLst/>
          </a:prstGeom>
          <a:solidFill>
            <a:srgbClr val="F9F9F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92354E77-9D5B-539A-38DB-5CB37D3C4396}"/>
              </a:ext>
            </a:extLst>
          </p:cNvPr>
          <p:cNvSpPr/>
          <p:nvPr/>
        </p:nvSpPr>
        <p:spPr>
          <a:xfrm>
            <a:off x="878774" y="2944130"/>
            <a:ext cx="10094026" cy="2159469"/>
          </a:xfrm>
          <a:prstGeom prst="rect">
            <a:avLst/>
          </a:prstGeom>
          <a:solidFill>
            <a:srgbClr val="F9F9F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0DDF0B7-1989-2D04-E645-9ECB65BEC0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17"/>
          <a:stretch/>
        </p:blipFill>
        <p:spPr>
          <a:xfrm>
            <a:off x="1647992" y="4009611"/>
            <a:ext cx="635000" cy="49963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3F8B4291-82EE-4AA2-9A37-BFEFFCACCB53}"/>
              </a:ext>
            </a:extLst>
          </p:cNvPr>
          <p:cNvSpPr txBox="1"/>
          <p:nvPr/>
        </p:nvSpPr>
        <p:spPr>
          <a:xfrm>
            <a:off x="1381105" y="4589359"/>
            <a:ext cx="1351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Ongoing Trace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0FFC7C30-46D7-87FD-BC9B-C52A539920BE}"/>
              </a:ext>
            </a:extLst>
          </p:cNvPr>
          <p:cNvSpPr txBox="1"/>
          <p:nvPr/>
        </p:nvSpPr>
        <p:spPr>
          <a:xfrm>
            <a:off x="843639" y="1656745"/>
            <a:ext cx="16562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Event Logs</a:t>
            </a:r>
          </a:p>
          <a:p>
            <a:pPr algn="ctr"/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(Historical Traces)</a:t>
            </a: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B822B077-8856-B372-5BBF-FB0008D499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3657" y="1075867"/>
            <a:ext cx="1071126" cy="888655"/>
          </a:xfrm>
          <a:prstGeom prst="rect">
            <a:avLst/>
          </a:prstGeom>
        </p:spPr>
      </p:pic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45769E21-3693-B93E-1288-93C1AE5752EB}"/>
              </a:ext>
            </a:extLst>
          </p:cNvPr>
          <p:cNvSpPr txBox="1"/>
          <p:nvPr/>
        </p:nvSpPr>
        <p:spPr>
          <a:xfrm>
            <a:off x="8797633" y="2026946"/>
            <a:ext cx="15231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Predictive Model</a:t>
            </a:r>
          </a:p>
        </p:txBody>
      </p: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F6FE53C5-3EA2-A243-55B8-A77EA84B3E82}"/>
              </a:ext>
            </a:extLst>
          </p:cNvPr>
          <p:cNvCxnSpPr>
            <a:cxnSpLocks/>
          </p:cNvCxnSpPr>
          <p:nvPr/>
        </p:nvCxnSpPr>
        <p:spPr>
          <a:xfrm>
            <a:off x="2101720" y="1486511"/>
            <a:ext cx="8949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68235AA8-D12B-3B8F-47AD-A1041D838E03}"/>
              </a:ext>
            </a:extLst>
          </p:cNvPr>
          <p:cNvCxnSpPr>
            <a:cxnSpLocks/>
          </p:cNvCxnSpPr>
          <p:nvPr/>
        </p:nvCxnSpPr>
        <p:spPr>
          <a:xfrm>
            <a:off x="3447548" y="4139997"/>
            <a:ext cx="8949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959FEA6-45DA-ED2B-68AD-B11EE410D8A4}"/>
              </a:ext>
            </a:extLst>
          </p:cNvPr>
          <p:cNvSpPr txBox="1"/>
          <p:nvPr/>
        </p:nvSpPr>
        <p:spPr>
          <a:xfrm>
            <a:off x="5418188" y="3804751"/>
            <a:ext cx="182293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Remaining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Process Outcome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Next Event(</a:t>
            </a:r>
            <a:r>
              <a:rPr lang="it-IT" sz="14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</a:t>
            </a:r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)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56DF1F8D-808E-5E6E-FA52-136E2D9213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381" y="3822497"/>
            <a:ext cx="635000" cy="635000"/>
          </a:xfrm>
          <a:prstGeom prst="rect">
            <a:avLst/>
          </a:prstGeom>
        </p:spPr>
      </p:pic>
      <p:pic>
        <p:nvPicPr>
          <p:cNvPr id="16" name="Graphic 30">
            <a:extLst>
              <a:ext uri="{FF2B5EF4-FFF2-40B4-BE49-F238E27FC236}">
                <a16:creationId xmlns:a16="http://schemas.microsoft.com/office/drawing/2014/main" id="{2D6F59B9-046C-BDC7-BC7F-7202EC520E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7925" y="3504297"/>
            <a:ext cx="1758722" cy="552120"/>
          </a:xfrm>
          <a:prstGeom prst="rect">
            <a:avLst/>
          </a:prstGeom>
        </p:spPr>
      </p:pic>
      <p:sp>
        <p:nvSpPr>
          <p:cNvPr id="22" name="Oval 1054">
            <a:extLst>
              <a:ext uri="{FF2B5EF4-FFF2-40B4-BE49-F238E27FC236}">
                <a16:creationId xmlns:a16="http://schemas.microsoft.com/office/drawing/2014/main" id="{03F1B458-3927-C215-30A4-1378259D689B}"/>
              </a:ext>
            </a:extLst>
          </p:cNvPr>
          <p:cNvSpPr/>
          <p:nvPr/>
        </p:nvSpPr>
        <p:spPr>
          <a:xfrm>
            <a:off x="956062" y="3080054"/>
            <a:ext cx="200438" cy="19621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>
                <a:lumMod val="1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  <a:endParaRPr lang="it-IT" sz="900" b="1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3" name="TextBox 1056">
            <a:extLst>
              <a:ext uri="{FF2B5EF4-FFF2-40B4-BE49-F238E27FC236}">
                <a16:creationId xmlns:a16="http://schemas.microsoft.com/office/drawing/2014/main" id="{983759BD-C830-5C34-ECC4-A0D1D4C9A20B}"/>
              </a:ext>
            </a:extLst>
          </p:cNvPr>
          <p:cNvSpPr txBox="1"/>
          <p:nvPr/>
        </p:nvSpPr>
        <p:spPr>
          <a:xfrm>
            <a:off x="1132108" y="3019205"/>
            <a:ext cx="2347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Model Application</a:t>
            </a:r>
          </a:p>
        </p:txBody>
      </p:sp>
      <p:sp>
        <p:nvSpPr>
          <p:cNvPr id="24" name="Oval 1054">
            <a:extLst>
              <a:ext uri="{FF2B5EF4-FFF2-40B4-BE49-F238E27FC236}">
                <a16:creationId xmlns:a16="http://schemas.microsoft.com/office/drawing/2014/main" id="{F832072A-4C9F-2A00-C3B8-0CA819E4EBA8}"/>
              </a:ext>
            </a:extLst>
          </p:cNvPr>
          <p:cNvSpPr/>
          <p:nvPr/>
        </p:nvSpPr>
        <p:spPr>
          <a:xfrm>
            <a:off x="956062" y="663909"/>
            <a:ext cx="200438" cy="19621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>
                <a:lumMod val="1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  <a:endParaRPr lang="it-IT" sz="900" b="1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5" name="TextBox 1056">
            <a:extLst>
              <a:ext uri="{FF2B5EF4-FFF2-40B4-BE49-F238E27FC236}">
                <a16:creationId xmlns:a16="http://schemas.microsoft.com/office/drawing/2014/main" id="{E6726726-9F15-FB43-FE20-2E32B538E44A}"/>
              </a:ext>
            </a:extLst>
          </p:cNvPr>
          <p:cNvSpPr txBox="1"/>
          <p:nvPr/>
        </p:nvSpPr>
        <p:spPr>
          <a:xfrm>
            <a:off x="1132108" y="608686"/>
            <a:ext cx="2510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Model Construction</a:t>
            </a:r>
          </a:p>
        </p:txBody>
      </p:sp>
      <p:pic>
        <p:nvPicPr>
          <p:cNvPr id="28" name="Immagine 27">
            <a:extLst>
              <a:ext uri="{FF2B5EF4-FFF2-40B4-BE49-F238E27FC236}">
                <a16:creationId xmlns:a16="http://schemas.microsoft.com/office/drawing/2014/main" id="{B2481407-12AD-5EEA-2896-914A380C9A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772" y="1182514"/>
            <a:ext cx="472440" cy="472440"/>
          </a:xfrm>
          <a:prstGeom prst="rect">
            <a:avLst/>
          </a:prstGeom>
        </p:spPr>
      </p:pic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684C8E4C-0339-E7AD-CA33-7407C10704DB}"/>
              </a:ext>
            </a:extLst>
          </p:cNvPr>
          <p:cNvSpPr txBox="1"/>
          <p:nvPr/>
        </p:nvSpPr>
        <p:spPr>
          <a:xfrm>
            <a:off x="2909357" y="1669170"/>
            <a:ext cx="15488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Prefix Extraction</a:t>
            </a:r>
          </a:p>
        </p:txBody>
      </p:sp>
      <p:pic>
        <p:nvPicPr>
          <p:cNvPr id="34" name="Immagine 33">
            <a:extLst>
              <a:ext uri="{FF2B5EF4-FFF2-40B4-BE49-F238E27FC236}">
                <a16:creationId xmlns:a16="http://schemas.microsoft.com/office/drawing/2014/main" id="{FD88C0D0-02F9-A360-08D6-C67B1CD147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552" y="1164958"/>
            <a:ext cx="472440" cy="472440"/>
          </a:xfrm>
          <a:prstGeom prst="rect">
            <a:avLst/>
          </a:prstGeom>
        </p:spPr>
      </p:pic>
      <p:pic>
        <p:nvPicPr>
          <p:cNvPr id="36" name="Immagine 35">
            <a:extLst>
              <a:ext uri="{FF2B5EF4-FFF2-40B4-BE49-F238E27FC236}">
                <a16:creationId xmlns:a16="http://schemas.microsoft.com/office/drawing/2014/main" id="{E2B17CC2-DD06-A400-0D53-C6FC2F6A2D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1011" y="1063670"/>
            <a:ext cx="456524" cy="45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115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CF002-24BC-6420-EF14-B54B553BD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ttangolo 62">
            <a:extLst>
              <a:ext uri="{FF2B5EF4-FFF2-40B4-BE49-F238E27FC236}">
                <a16:creationId xmlns:a16="http://schemas.microsoft.com/office/drawing/2014/main" id="{851DD212-980A-6683-9166-C076EC4D75BC}"/>
              </a:ext>
            </a:extLst>
          </p:cNvPr>
          <p:cNvSpPr/>
          <p:nvPr/>
        </p:nvSpPr>
        <p:spPr>
          <a:xfrm>
            <a:off x="878774" y="505730"/>
            <a:ext cx="7886285" cy="2041382"/>
          </a:xfrm>
          <a:prstGeom prst="rect">
            <a:avLst/>
          </a:prstGeom>
          <a:solidFill>
            <a:srgbClr val="F9F9F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1091A03-DA2C-6BED-55CD-8DBE5C15B187}"/>
              </a:ext>
            </a:extLst>
          </p:cNvPr>
          <p:cNvSpPr/>
          <p:nvPr/>
        </p:nvSpPr>
        <p:spPr>
          <a:xfrm>
            <a:off x="878774" y="2701238"/>
            <a:ext cx="7886285" cy="2159469"/>
          </a:xfrm>
          <a:prstGeom prst="rect">
            <a:avLst/>
          </a:prstGeom>
          <a:solidFill>
            <a:srgbClr val="F9F9F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6F289F4D-372E-9D12-FF1C-D3054D97C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17"/>
          <a:stretch/>
        </p:blipFill>
        <p:spPr>
          <a:xfrm>
            <a:off x="1510395" y="3758419"/>
            <a:ext cx="635000" cy="49963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4D4E414F-5988-8AA1-6EA3-B72617FCC753}"/>
              </a:ext>
            </a:extLst>
          </p:cNvPr>
          <p:cNvSpPr txBox="1"/>
          <p:nvPr/>
        </p:nvSpPr>
        <p:spPr>
          <a:xfrm>
            <a:off x="1269687" y="4347297"/>
            <a:ext cx="1351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Ongoing Trace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1B48BA6-1B7F-11BC-E88F-B396F9ADB5D1}"/>
              </a:ext>
            </a:extLst>
          </p:cNvPr>
          <p:cNvSpPr txBox="1"/>
          <p:nvPr/>
        </p:nvSpPr>
        <p:spPr>
          <a:xfrm>
            <a:off x="956062" y="1655714"/>
            <a:ext cx="16562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Event Logs</a:t>
            </a:r>
          </a:p>
          <a:p>
            <a:pPr algn="ctr"/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(Historical Traces)</a:t>
            </a: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C39A2560-1D73-AE3B-DA75-8E6F017D1A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973" y="911969"/>
            <a:ext cx="1071126" cy="888655"/>
          </a:xfrm>
          <a:prstGeom prst="rect">
            <a:avLst/>
          </a:prstGeom>
        </p:spPr>
      </p:pic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56BBF37E-657D-8BC5-F6C7-0ED60F4601EA}"/>
              </a:ext>
            </a:extLst>
          </p:cNvPr>
          <p:cNvSpPr txBox="1"/>
          <p:nvPr/>
        </p:nvSpPr>
        <p:spPr>
          <a:xfrm>
            <a:off x="7133949" y="1863048"/>
            <a:ext cx="15231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Predictive Model</a:t>
            </a:r>
          </a:p>
          <a:p>
            <a:pPr algn="ctr"/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(LSTM)</a:t>
            </a:r>
          </a:p>
        </p:txBody>
      </p: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6CEF7270-5CFA-356E-6F7B-882463165326}"/>
              </a:ext>
            </a:extLst>
          </p:cNvPr>
          <p:cNvCxnSpPr>
            <a:cxnSpLocks/>
          </p:cNvCxnSpPr>
          <p:nvPr/>
        </p:nvCxnSpPr>
        <p:spPr>
          <a:xfrm>
            <a:off x="2215602" y="1533079"/>
            <a:ext cx="583000" cy="27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DBF4B830-C7E0-068B-1B3D-4BEA9FB2A193}"/>
              </a:ext>
            </a:extLst>
          </p:cNvPr>
          <p:cNvCxnSpPr>
            <a:cxnSpLocks/>
          </p:cNvCxnSpPr>
          <p:nvPr/>
        </p:nvCxnSpPr>
        <p:spPr>
          <a:xfrm>
            <a:off x="3051373" y="3758419"/>
            <a:ext cx="6006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Immagine 12">
            <a:extLst>
              <a:ext uri="{FF2B5EF4-FFF2-40B4-BE49-F238E27FC236}">
                <a16:creationId xmlns:a16="http://schemas.microsoft.com/office/drawing/2014/main" id="{00B4037B-44A6-6E6C-FE6C-C252342459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973" y="3809002"/>
            <a:ext cx="432588" cy="432588"/>
          </a:xfrm>
          <a:prstGeom prst="rect">
            <a:avLst/>
          </a:prstGeom>
        </p:spPr>
      </p:pic>
      <p:pic>
        <p:nvPicPr>
          <p:cNvPr id="16" name="Graphic 30">
            <a:extLst>
              <a:ext uri="{FF2B5EF4-FFF2-40B4-BE49-F238E27FC236}">
                <a16:creationId xmlns:a16="http://schemas.microsoft.com/office/drawing/2014/main" id="{6CA9288A-D47B-9474-AF15-FE2E0C082E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0328" y="3253105"/>
            <a:ext cx="1758722" cy="552120"/>
          </a:xfrm>
          <a:prstGeom prst="rect">
            <a:avLst/>
          </a:prstGeom>
        </p:spPr>
      </p:pic>
      <p:sp>
        <p:nvSpPr>
          <p:cNvPr id="22" name="Oval 1054">
            <a:extLst>
              <a:ext uri="{FF2B5EF4-FFF2-40B4-BE49-F238E27FC236}">
                <a16:creationId xmlns:a16="http://schemas.microsoft.com/office/drawing/2014/main" id="{A7E00AEF-3EC2-977D-6068-6522E6FDFEB6}"/>
              </a:ext>
            </a:extLst>
          </p:cNvPr>
          <p:cNvSpPr/>
          <p:nvPr/>
        </p:nvSpPr>
        <p:spPr>
          <a:xfrm>
            <a:off x="956062" y="2837162"/>
            <a:ext cx="200438" cy="19621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>
                <a:lumMod val="1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  <a:endParaRPr lang="it-IT" sz="900" b="1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3" name="TextBox 1056">
            <a:extLst>
              <a:ext uri="{FF2B5EF4-FFF2-40B4-BE49-F238E27FC236}">
                <a16:creationId xmlns:a16="http://schemas.microsoft.com/office/drawing/2014/main" id="{9FC1A319-FF90-5113-BB1D-104AFBA81A1A}"/>
              </a:ext>
            </a:extLst>
          </p:cNvPr>
          <p:cNvSpPr txBox="1"/>
          <p:nvPr/>
        </p:nvSpPr>
        <p:spPr>
          <a:xfrm>
            <a:off x="1132108" y="2776313"/>
            <a:ext cx="2347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Model Application</a:t>
            </a:r>
          </a:p>
        </p:txBody>
      </p:sp>
      <p:sp>
        <p:nvSpPr>
          <p:cNvPr id="24" name="Oval 1054">
            <a:extLst>
              <a:ext uri="{FF2B5EF4-FFF2-40B4-BE49-F238E27FC236}">
                <a16:creationId xmlns:a16="http://schemas.microsoft.com/office/drawing/2014/main" id="{96879B0C-90B9-1FA2-D823-EC58EDEB6A2E}"/>
              </a:ext>
            </a:extLst>
          </p:cNvPr>
          <p:cNvSpPr/>
          <p:nvPr/>
        </p:nvSpPr>
        <p:spPr>
          <a:xfrm>
            <a:off x="956062" y="581529"/>
            <a:ext cx="200438" cy="19621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>
                <a:lumMod val="1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  <a:endParaRPr lang="it-IT" sz="900" b="1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5" name="TextBox 1056">
            <a:extLst>
              <a:ext uri="{FF2B5EF4-FFF2-40B4-BE49-F238E27FC236}">
                <a16:creationId xmlns:a16="http://schemas.microsoft.com/office/drawing/2014/main" id="{2C50BE5D-039D-1903-E027-A9DEE9BC06F1}"/>
              </a:ext>
            </a:extLst>
          </p:cNvPr>
          <p:cNvSpPr txBox="1"/>
          <p:nvPr/>
        </p:nvSpPr>
        <p:spPr>
          <a:xfrm>
            <a:off x="1132108" y="518068"/>
            <a:ext cx="2510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Model Construction</a:t>
            </a:r>
          </a:p>
        </p:txBody>
      </p:sp>
      <p:pic>
        <p:nvPicPr>
          <p:cNvPr id="28" name="Immagine 27">
            <a:extLst>
              <a:ext uri="{FF2B5EF4-FFF2-40B4-BE49-F238E27FC236}">
                <a16:creationId xmlns:a16="http://schemas.microsoft.com/office/drawing/2014/main" id="{E743A159-E0E6-4CF9-03D1-A7C03CB288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195" y="1181483"/>
            <a:ext cx="472440" cy="472440"/>
          </a:xfrm>
          <a:prstGeom prst="rect">
            <a:avLst/>
          </a:prstGeom>
        </p:spPr>
      </p:pic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547331E8-233E-CF76-C7A5-8D7018DD0F41}"/>
              </a:ext>
            </a:extLst>
          </p:cNvPr>
          <p:cNvSpPr/>
          <p:nvPr/>
        </p:nvSpPr>
        <p:spPr>
          <a:xfrm>
            <a:off x="2965559" y="953991"/>
            <a:ext cx="2554306" cy="1222157"/>
          </a:xfrm>
          <a:prstGeom prst="round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>
              <a:solidFill>
                <a:schemeClr val="tx1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>
              <a:solidFill>
                <a:schemeClr val="tx1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Data Preparation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Prefix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Data Encoding </a:t>
            </a:r>
          </a:p>
          <a:p>
            <a:endParaRPr lang="it-IT" sz="1400" dirty="0">
              <a:solidFill>
                <a:schemeClr val="tx1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it-IT" sz="1400" dirty="0">
              <a:solidFill>
                <a:schemeClr val="tx1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3A888FD9-D887-8A99-770F-F0FA2550EBA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79249" y="1468774"/>
            <a:ext cx="529413" cy="17906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AF36AE29-9071-E4B6-DF66-80EEBD372C69}"/>
              </a:ext>
            </a:extLst>
          </p:cNvPr>
          <p:cNvSpPr txBox="1"/>
          <p:nvPr/>
        </p:nvSpPr>
        <p:spPr>
          <a:xfrm>
            <a:off x="3520334" y="2193565"/>
            <a:ext cx="13965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2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ML Data Pipeline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7AC85F11-35A7-AE88-8CC9-BCA10615E2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871" y="1043230"/>
            <a:ext cx="264725" cy="264725"/>
          </a:xfrm>
          <a:prstGeom prst="rect">
            <a:avLst/>
          </a:prstGeom>
        </p:spPr>
      </p:pic>
      <p:pic>
        <p:nvPicPr>
          <p:cNvPr id="39" name="Immagine 38">
            <a:extLst>
              <a:ext uri="{FF2B5EF4-FFF2-40B4-BE49-F238E27FC236}">
                <a16:creationId xmlns:a16="http://schemas.microsoft.com/office/drawing/2014/main" id="{3D85BE1B-6FAE-9D5A-F4D3-1335007935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870" y="1749762"/>
            <a:ext cx="264725" cy="264725"/>
          </a:xfrm>
          <a:prstGeom prst="rect">
            <a:avLst/>
          </a:prstGeom>
        </p:spPr>
      </p:pic>
      <p:pic>
        <p:nvPicPr>
          <p:cNvPr id="45" name="Immagine 44">
            <a:extLst>
              <a:ext uri="{FF2B5EF4-FFF2-40B4-BE49-F238E27FC236}">
                <a16:creationId xmlns:a16="http://schemas.microsoft.com/office/drawing/2014/main" id="{C39045B9-857A-63F1-8F7B-91FC19F8F18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654" y="1851826"/>
            <a:ext cx="235552" cy="235552"/>
          </a:xfrm>
          <a:prstGeom prst="rect">
            <a:avLst/>
          </a:prstGeom>
        </p:spPr>
      </p:pic>
      <p:pic>
        <p:nvPicPr>
          <p:cNvPr id="52" name="Immagine 51">
            <a:extLst>
              <a:ext uri="{FF2B5EF4-FFF2-40B4-BE49-F238E27FC236}">
                <a16:creationId xmlns:a16="http://schemas.microsoft.com/office/drawing/2014/main" id="{FE8F13A5-E2A7-C29E-0247-D450A2F32CA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828" y="1167664"/>
            <a:ext cx="212971" cy="212971"/>
          </a:xfrm>
          <a:prstGeom prst="rect">
            <a:avLst/>
          </a:prstGeom>
        </p:spPr>
      </p:pic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0B421250-4AC0-73E8-A966-F49DD0B47D61}"/>
              </a:ext>
            </a:extLst>
          </p:cNvPr>
          <p:cNvCxnSpPr>
            <a:cxnSpLocks/>
          </p:cNvCxnSpPr>
          <p:nvPr/>
        </p:nvCxnSpPr>
        <p:spPr>
          <a:xfrm>
            <a:off x="5749635" y="1544145"/>
            <a:ext cx="1332627" cy="70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5FF5B9E2-6908-6473-35A3-4AB63A5C02AA}"/>
              </a:ext>
            </a:extLst>
          </p:cNvPr>
          <p:cNvSpPr txBox="1"/>
          <p:nvPr/>
        </p:nvSpPr>
        <p:spPr>
          <a:xfrm>
            <a:off x="5766983" y="1260629"/>
            <a:ext cx="1233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2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Model Training</a:t>
            </a: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8961FB8C-33D2-9329-441B-84D8FA026765}"/>
              </a:ext>
            </a:extLst>
          </p:cNvPr>
          <p:cNvSpPr txBox="1"/>
          <p:nvPr/>
        </p:nvSpPr>
        <p:spPr>
          <a:xfrm>
            <a:off x="7285171" y="4337487"/>
            <a:ext cx="1313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Conformal </a:t>
            </a:r>
          </a:p>
          <a:p>
            <a:pPr algn="ctr"/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Quantification</a:t>
            </a:r>
          </a:p>
        </p:txBody>
      </p:sp>
      <p:pic>
        <p:nvPicPr>
          <p:cNvPr id="121" name="Immagine 120">
            <a:extLst>
              <a:ext uri="{FF2B5EF4-FFF2-40B4-BE49-F238E27FC236}">
                <a16:creationId xmlns:a16="http://schemas.microsoft.com/office/drawing/2014/main" id="{B6C5C32D-34AE-C677-FBD9-52EF67D3CC3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511" y="4242969"/>
            <a:ext cx="108754" cy="108754"/>
          </a:xfrm>
          <a:prstGeom prst="rect">
            <a:avLst/>
          </a:prstGeom>
        </p:spPr>
      </p:pic>
      <p:pic>
        <p:nvPicPr>
          <p:cNvPr id="122" name="Immagine 121">
            <a:extLst>
              <a:ext uri="{FF2B5EF4-FFF2-40B4-BE49-F238E27FC236}">
                <a16:creationId xmlns:a16="http://schemas.microsoft.com/office/drawing/2014/main" id="{58960504-92B8-B6B7-4E5A-FE4ADFB08C0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6749" y="4242944"/>
            <a:ext cx="108755" cy="108755"/>
          </a:xfrm>
          <a:prstGeom prst="rect">
            <a:avLst/>
          </a:prstGeom>
        </p:spPr>
      </p:pic>
      <p:pic>
        <p:nvPicPr>
          <p:cNvPr id="123" name="Immagine 122">
            <a:extLst>
              <a:ext uri="{FF2B5EF4-FFF2-40B4-BE49-F238E27FC236}">
                <a16:creationId xmlns:a16="http://schemas.microsoft.com/office/drawing/2014/main" id="{E1079659-2BF2-33C3-C93D-5B0FECC3771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796" y="4242944"/>
            <a:ext cx="108754" cy="108754"/>
          </a:xfrm>
          <a:prstGeom prst="rect">
            <a:avLst/>
          </a:prstGeom>
        </p:spPr>
      </p:pic>
      <p:pic>
        <p:nvPicPr>
          <p:cNvPr id="124" name="Immagine 123">
            <a:extLst>
              <a:ext uri="{FF2B5EF4-FFF2-40B4-BE49-F238E27FC236}">
                <a16:creationId xmlns:a16="http://schemas.microsoft.com/office/drawing/2014/main" id="{F3851CBD-6E68-BB35-E0C1-F8B0D05B41D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382" y="4242969"/>
            <a:ext cx="108754" cy="108754"/>
          </a:xfrm>
          <a:prstGeom prst="rect">
            <a:avLst/>
          </a:prstGeom>
        </p:spPr>
      </p:pic>
      <p:pic>
        <p:nvPicPr>
          <p:cNvPr id="125" name="Immagine 124">
            <a:extLst>
              <a:ext uri="{FF2B5EF4-FFF2-40B4-BE49-F238E27FC236}">
                <a16:creationId xmlns:a16="http://schemas.microsoft.com/office/drawing/2014/main" id="{E9F92085-956F-2B26-AA1C-17A3DB71502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667" y="4242944"/>
            <a:ext cx="108754" cy="108754"/>
          </a:xfrm>
          <a:prstGeom prst="rect">
            <a:avLst/>
          </a:prstGeom>
        </p:spPr>
      </p:pic>
      <p:pic>
        <p:nvPicPr>
          <p:cNvPr id="126" name="Immagine 125">
            <a:extLst>
              <a:ext uri="{FF2B5EF4-FFF2-40B4-BE49-F238E27FC236}">
                <a16:creationId xmlns:a16="http://schemas.microsoft.com/office/drawing/2014/main" id="{CF6C63E2-2C3D-911A-F0CB-49888AD158D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6749" y="4134190"/>
            <a:ext cx="108755" cy="108755"/>
          </a:xfrm>
          <a:prstGeom prst="rect">
            <a:avLst/>
          </a:prstGeom>
        </p:spPr>
      </p:pic>
      <p:pic>
        <p:nvPicPr>
          <p:cNvPr id="127" name="Immagine 126">
            <a:extLst>
              <a:ext uri="{FF2B5EF4-FFF2-40B4-BE49-F238E27FC236}">
                <a16:creationId xmlns:a16="http://schemas.microsoft.com/office/drawing/2014/main" id="{868A4DEF-0531-C0A2-4930-44CAB17526F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382" y="4134215"/>
            <a:ext cx="108754" cy="108754"/>
          </a:xfrm>
          <a:prstGeom prst="rect">
            <a:avLst/>
          </a:prstGeom>
        </p:spPr>
      </p:pic>
      <p:pic>
        <p:nvPicPr>
          <p:cNvPr id="128" name="Immagine 127">
            <a:extLst>
              <a:ext uri="{FF2B5EF4-FFF2-40B4-BE49-F238E27FC236}">
                <a16:creationId xmlns:a16="http://schemas.microsoft.com/office/drawing/2014/main" id="{97BDA951-EAB9-529A-3201-139B063DA6F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667" y="4134190"/>
            <a:ext cx="108754" cy="108754"/>
          </a:xfrm>
          <a:prstGeom prst="rect">
            <a:avLst/>
          </a:prstGeom>
        </p:spPr>
      </p:pic>
      <p:pic>
        <p:nvPicPr>
          <p:cNvPr id="129" name="Immagine 128">
            <a:extLst>
              <a:ext uri="{FF2B5EF4-FFF2-40B4-BE49-F238E27FC236}">
                <a16:creationId xmlns:a16="http://schemas.microsoft.com/office/drawing/2014/main" id="{C92CCF8C-07D7-E952-F71A-C46629AECAF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360" y="4134164"/>
            <a:ext cx="108755" cy="108755"/>
          </a:xfrm>
          <a:prstGeom prst="rect">
            <a:avLst/>
          </a:prstGeom>
        </p:spPr>
      </p:pic>
      <p:pic>
        <p:nvPicPr>
          <p:cNvPr id="130" name="Immagine 129">
            <a:extLst>
              <a:ext uri="{FF2B5EF4-FFF2-40B4-BE49-F238E27FC236}">
                <a16:creationId xmlns:a16="http://schemas.microsoft.com/office/drawing/2014/main" id="{D6FF28C5-7538-6492-3517-A11FAAD9A53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71" y="4133903"/>
            <a:ext cx="108755" cy="108755"/>
          </a:xfrm>
          <a:prstGeom prst="rect">
            <a:avLst/>
          </a:prstGeom>
        </p:spPr>
      </p:pic>
      <p:pic>
        <p:nvPicPr>
          <p:cNvPr id="131" name="Immagine 130">
            <a:extLst>
              <a:ext uri="{FF2B5EF4-FFF2-40B4-BE49-F238E27FC236}">
                <a16:creationId xmlns:a16="http://schemas.microsoft.com/office/drawing/2014/main" id="{FCEE98FD-5A1E-01E8-E62C-9863F47F4B0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3573" y="4030665"/>
            <a:ext cx="108755" cy="108755"/>
          </a:xfrm>
          <a:prstGeom prst="rect">
            <a:avLst/>
          </a:prstGeom>
        </p:spPr>
      </p:pic>
      <p:pic>
        <p:nvPicPr>
          <p:cNvPr id="132" name="Immagine 131">
            <a:extLst>
              <a:ext uri="{FF2B5EF4-FFF2-40B4-BE49-F238E27FC236}">
                <a16:creationId xmlns:a16="http://schemas.microsoft.com/office/drawing/2014/main" id="{63F84211-2502-E319-5B4F-D5C8B04D4F2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184" y="4030639"/>
            <a:ext cx="108755" cy="108755"/>
          </a:xfrm>
          <a:prstGeom prst="rect">
            <a:avLst/>
          </a:prstGeom>
        </p:spPr>
      </p:pic>
      <p:pic>
        <p:nvPicPr>
          <p:cNvPr id="133" name="Immagine 132">
            <a:extLst>
              <a:ext uri="{FF2B5EF4-FFF2-40B4-BE49-F238E27FC236}">
                <a16:creationId xmlns:a16="http://schemas.microsoft.com/office/drawing/2014/main" id="{1E2DA079-037C-FA51-401A-2AB82AF3C97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795" y="4030378"/>
            <a:ext cx="108755" cy="108755"/>
          </a:xfrm>
          <a:prstGeom prst="rect">
            <a:avLst/>
          </a:prstGeom>
        </p:spPr>
      </p:pic>
      <p:pic>
        <p:nvPicPr>
          <p:cNvPr id="134" name="Immagine 133">
            <a:extLst>
              <a:ext uri="{FF2B5EF4-FFF2-40B4-BE49-F238E27FC236}">
                <a16:creationId xmlns:a16="http://schemas.microsoft.com/office/drawing/2014/main" id="{640DB410-6CB9-EF7F-4B9A-240EAE5374E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541" y="4029710"/>
            <a:ext cx="108755" cy="108755"/>
          </a:xfrm>
          <a:prstGeom prst="rect">
            <a:avLst/>
          </a:prstGeom>
        </p:spPr>
      </p:pic>
      <p:pic>
        <p:nvPicPr>
          <p:cNvPr id="135" name="Immagine 134">
            <a:extLst>
              <a:ext uri="{FF2B5EF4-FFF2-40B4-BE49-F238E27FC236}">
                <a16:creationId xmlns:a16="http://schemas.microsoft.com/office/drawing/2014/main" id="{80A1422F-B2D2-05AF-9D1A-948259DB888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666" y="4030197"/>
            <a:ext cx="108755" cy="108755"/>
          </a:xfrm>
          <a:prstGeom prst="rect">
            <a:avLst/>
          </a:prstGeom>
        </p:spPr>
      </p:pic>
      <p:sp>
        <p:nvSpPr>
          <p:cNvPr id="138" name="Rettangolo con angoli arrotondati 137">
            <a:extLst>
              <a:ext uri="{FF2B5EF4-FFF2-40B4-BE49-F238E27FC236}">
                <a16:creationId xmlns:a16="http://schemas.microsoft.com/office/drawing/2014/main" id="{5FF05B19-C3D4-C510-A522-EA8B058FDFD5}"/>
              </a:ext>
            </a:extLst>
          </p:cNvPr>
          <p:cNvSpPr/>
          <p:nvPr/>
        </p:nvSpPr>
        <p:spPr>
          <a:xfrm>
            <a:off x="3759931" y="3266142"/>
            <a:ext cx="2466769" cy="907844"/>
          </a:xfrm>
          <a:prstGeom prst="round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sz="1400" dirty="0">
              <a:solidFill>
                <a:schemeClr val="tx1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Remaining Time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Next Event(</a:t>
            </a:r>
            <a:r>
              <a:rPr lang="it-IT" sz="1400" dirty="0" err="1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</a:t>
            </a:r>
            <a:r>
              <a:rPr lang="it-IT" sz="1400" dirty="0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it-IT" sz="1400" dirty="0">
              <a:solidFill>
                <a:schemeClr val="tx1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139" name="CasellaDiTesto 138">
            <a:extLst>
              <a:ext uri="{FF2B5EF4-FFF2-40B4-BE49-F238E27FC236}">
                <a16:creationId xmlns:a16="http://schemas.microsoft.com/office/drawing/2014/main" id="{3E0D1F52-06D5-73E7-66C2-911A77A5BE17}"/>
              </a:ext>
            </a:extLst>
          </p:cNvPr>
          <p:cNvSpPr txBox="1"/>
          <p:nvPr/>
        </p:nvSpPr>
        <p:spPr>
          <a:xfrm>
            <a:off x="4482614" y="4175656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2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Predictions</a:t>
            </a:r>
          </a:p>
        </p:txBody>
      </p:sp>
      <p:pic>
        <p:nvPicPr>
          <p:cNvPr id="143" name="Elemento grafico 142">
            <a:extLst>
              <a:ext uri="{FF2B5EF4-FFF2-40B4-BE49-F238E27FC236}">
                <a16:creationId xmlns:a16="http://schemas.microsoft.com/office/drawing/2014/main" id="{D786D0FA-5000-06CA-04CC-F12AFCCF352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09745" y="4053247"/>
            <a:ext cx="610862" cy="354300"/>
          </a:xfrm>
          <a:prstGeom prst="rect">
            <a:avLst/>
          </a:prstGeom>
        </p:spPr>
      </p:pic>
      <p:sp>
        <p:nvSpPr>
          <p:cNvPr id="144" name="CasellaDiTesto 143">
            <a:extLst>
              <a:ext uri="{FF2B5EF4-FFF2-40B4-BE49-F238E27FC236}">
                <a16:creationId xmlns:a16="http://schemas.microsoft.com/office/drawing/2014/main" id="{A07A8311-A1CF-F0CC-A27C-77FFFD035CF5}"/>
              </a:ext>
            </a:extLst>
          </p:cNvPr>
          <p:cNvSpPr txBox="1"/>
          <p:nvPr/>
        </p:nvSpPr>
        <p:spPr>
          <a:xfrm>
            <a:off x="7847734" y="3974253"/>
            <a:ext cx="26481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7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</a:t>
            </a:r>
            <a:r>
              <a:rPr lang="it-IT" sz="700" i="1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1</a:t>
            </a:r>
          </a:p>
        </p:txBody>
      </p:sp>
      <p:sp>
        <p:nvSpPr>
          <p:cNvPr id="145" name="CasellaDiTesto 144">
            <a:extLst>
              <a:ext uri="{FF2B5EF4-FFF2-40B4-BE49-F238E27FC236}">
                <a16:creationId xmlns:a16="http://schemas.microsoft.com/office/drawing/2014/main" id="{2F0DB502-27C2-90CE-24DF-169A29C8B36D}"/>
              </a:ext>
            </a:extLst>
          </p:cNvPr>
          <p:cNvSpPr txBox="1"/>
          <p:nvPr/>
        </p:nvSpPr>
        <p:spPr>
          <a:xfrm>
            <a:off x="7838114" y="4088687"/>
            <a:ext cx="28245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700" i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</a:t>
            </a:r>
            <a:r>
              <a:rPr lang="it-IT" sz="700" i="1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…</a:t>
            </a:r>
          </a:p>
        </p:txBody>
      </p:sp>
      <p:sp>
        <p:nvSpPr>
          <p:cNvPr id="146" name="CasellaDiTesto 145">
            <a:extLst>
              <a:ext uri="{FF2B5EF4-FFF2-40B4-BE49-F238E27FC236}">
                <a16:creationId xmlns:a16="http://schemas.microsoft.com/office/drawing/2014/main" id="{35776464-012C-BBCD-C95C-01554E628F03}"/>
              </a:ext>
            </a:extLst>
          </p:cNvPr>
          <p:cNvSpPr txBox="1"/>
          <p:nvPr/>
        </p:nvSpPr>
        <p:spPr>
          <a:xfrm>
            <a:off x="7850910" y="4183803"/>
            <a:ext cx="26802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700" i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</a:t>
            </a:r>
            <a:r>
              <a:rPr lang="it-IT" sz="700" i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</a:t>
            </a:r>
            <a:endParaRPr lang="it-IT" sz="700" i="1" baseline="-2500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cxnSp>
        <p:nvCxnSpPr>
          <p:cNvPr id="150" name="Connettore 1 149">
            <a:extLst>
              <a:ext uri="{FF2B5EF4-FFF2-40B4-BE49-F238E27FC236}">
                <a16:creationId xmlns:a16="http://schemas.microsoft.com/office/drawing/2014/main" id="{ECA1EDD6-45BE-B73E-1EBF-553536702540}"/>
              </a:ext>
            </a:extLst>
          </p:cNvPr>
          <p:cNvCxnSpPr/>
          <p:nvPr/>
        </p:nvCxnSpPr>
        <p:spPr>
          <a:xfrm>
            <a:off x="6306855" y="3722978"/>
            <a:ext cx="3569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1" name="Connettore 1 150">
            <a:extLst>
              <a:ext uri="{FF2B5EF4-FFF2-40B4-BE49-F238E27FC236}">
                <a16:creationId xmlns:a16="http://schemas.microsoft.com/office/drawing/2014/main" id="{B78954D6-E9A6-7CF9-E23E-C9DB85EA4F6E}"/>
              </a:ext>
            </a:extLst>
          </p:cNvPr>
          <p:cNvCxnSpPr>
            <a:cxnSpLocks/>
          </p:cNvCxnSpPr>
          <p:nvPr/>
        </p:nvCxnSpPr>
        <p:spPr>
          <a:xfrm flipV="1">
            <a:off x="6663847" y="3236830"/>
            <a:ext cx="0" cy="635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4" name="Connettore 1 153">
            <a:extLst>
              <a:ext uri="{FF2B5EF4-FFF2-40B4-BE49-F238E27FC236}">
                <a16:creationId xmlns:a16="http://schemas.microsoft.com/office/drawing/2014/main" id="{074FA938-FC30-7889-E1D0-8072D6F04818}"/>
              </a:ext>
            </a:extLst>
          </p:cNvPr>
          <p:cNvCxnSpPr>
            <a:cxnSpLocks/>
          </p:cNvCxnSpPr>
          <p:nvPr/>
        </p:nvCxnSpPr>
        <p:spPr>
          <a:xfrm flipV="1">
            <a:off x="6663847" y="3871830"/>
            <a:ext cx="0" cy="3249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Connettore 2 154">
            <a:extLst>
              <a:ext uri="{FF2B5EF4-FFF2-40B4-BE49-F238E27FC236}">
                <a16:creationId xmlns:a16="http://schemas.microsoft.com/office/drawing/2014/main" id="{95785BBA-18D8-3A78-B0CA-1116A8902EA6}"/>
              </a:ext>
            </a:extLst>
          </p:cNvPr>
          <p:cNvCxnSpPr>
            <a:cxnSpLocks/>
          </p:cNvCxnSpPr>
          <p:nvPr/>
        </p:nvCxnSpPr>
        <p:spPr>
          <a:xfrm>
            <a:off x="6657497" y="3243180"/>
            <a:ext cx="4764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ttore 2 157">
            <a:extLst>
              <a:ext uri="{FF2B5EF4-FFF2-40B4-BE49-F238E27FC236}">
                <a16:creationId xmlns:a16="http://schemas.microsoft.com/office/drawing/2014/main" id="{7C0B24F4-0733-099E-059F-3510F275F2ED}"/>
              </a:ext>
            </a:extLst>
          </p:cNvPr>
          <p:cNvCxnSpPr>
            <a:cxnSpLocks/>
          </p:cNvCxnSpPr>
          <p:nvPr/>
        </p:nvCxnSpPr>
        <p:spPr>
          <a:xfrm>
            <a:off x="6654322" y="4196752"/>
            <a:ext cx="4764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023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BD9AF-F694-8536-70EA-6FBC249C5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DA5BD4E-5685-2C2F-69AB-9ED31C76A6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17"/>
          <a:stretch/>
        </p:blipFill>
        <p:spPr>
          <a:xfrm>
            <a:off x="1510395" y="3758419"/>
            <a:ext cx="635000" cy="49963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70DAB3C-C425-C4A5-EE85-0BB76DFDA2C1}"/>
              </a:ext>
            </a:extLst>
          </p:cNvPr>
          <p:cNvSpPr txBox="1"/>
          <p:nvPr/>
        </p:nvSpPr>
        <p:spPr>
          <a:xfrm>
            <a:off x="1269687" y="4347297"/>
            <a:ext cx="1351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Ongoing Trace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910EA84-9915-B598-FB0E-E2DF1111F955}"/>
              </a:ext>
            </a:extLst>
          </p:cNvPr>
          <p:cNvSpPr txBox="1"/>
          <p:nvPr/>
        </p:nvSpPr>
        <p:spPr>
          <a:xfrm>
            <a:off x="956062" y="1655714"/>
            <a:ext cx="16562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Event Logs</a:t>
            </a:r>
          </a:p>
          <a:p>
            <a:pPr algn="ctr"/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(Historical Traces)</a:t>
            </a: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59D5A958-3770-6A5E-52A1-AF2670EAFE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083" y="911969"/>
            <a:ext cx="1071126" cy="888655"/>
          </a:xfrm>
          <a:prstGeom prst="rect">
            <a:avLst/>
          </a:prstGeom>
        </p:spPr>
      </p:pic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305BEA5B-94F6-333C-144C-24F5EB9C736A}"/>
              </a:ext>
            </a:extLst>
          </p:cNvPr>
          <p:cNvSpPr txBox="1"/>
          <p:nvPr/>
        </p:nvSpPr>
        <p:spPr>
          <a:xfrm>
            <a:off x="6969059" y="1863048"/>
            <a:ext cx="15231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Predictive Model</a:t>
            </a:r>
          </a:p>
          <a:p>
            <a:pPr algn="ctr"/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(LSTM)</a:t>
            </a:r>
          </a:p>
        </p:txBody>
      </p: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70C13431-B549-2955-5F40-710DB119A3CB}"/>
              </a:ext>
            </a:extLst>
          </p:cNvPr>
          <p:cNvCxnSpPr>
            <a:cxnSpLocks/>
          </p:cNvCxnSpPr>
          <p:nvPr/>
        </p:nvCxnSpPr>
        <p:spPr>
          <a:xfrm>
            <a:off x="2215602" y="1533079"/>
            <a:ext cx="583000" cy="27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B082D104-90BE-6846-DC4A-2D9CDF7C509A}"/>
              </a:ext>
            </a:extLst>
          </p:cNvPr>
          <p:cNvCxnSpPr>
            <a:cxnSpLocks/>
          </p:cNvCxnSpPr>
          <p:nvPr/>
        </p:nvCxnSpPr>
        <p:spPr>
          <a:xfrm>
            <a:off x="2976423" y="3960784"/>
            <a:ext cx="6006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Immagine 12">
            <a:extLst>
              <a:ext uri="{FF2B5EF4-FFF2-40B4-BE49-F238E27FC236}">
                <a16:creationId xmlns:a16="http://schemas.microsoft.com/office/drawing/2014/main" id="{0A48D12F-23DC-BCD1-425C-261BA7B862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973" y="3809002"/>
            <a:ext cx="432588" cy="432588"/>
          </a:xfrm>
          <a:prstGeom prst="rect">
            <a:avLst/>
          </a:prstGeom>
        </p:spPr>
      </p:pic>
      <p:pic>
        <p:nvPicPr>
          <p:cNvPr id="16" name="Graphic 30">
            <a:extLst>
              <a:ext uri="{FF2B5EF4-FFF2-40B4-BE49-F238E27FC236}">
                <a16:creationId xmlns:a16="http://schemas.microsoft.com/office/drawing/2014/main" id="{2577FA56-7E6B-52F9-A878-B9863EBE73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0328" y="3253105"/>
            <a:ext cx="1758722" cy="552120"/>
          </a:xfrm>
          <a:prstGeom prst="rect">
            <a:avLst/>
          </a:prstGeom>
        </p:spPr>
      </p:pic>
      <p:sp>
        <p:nvSpPr>
          <p:cNvPr id="22" name="Oval 1054">
            <a:extLst>
              <a:ext uri="{FF2B5EF4-FFF2-40B4-BE49-F238E27FC236}">
                <a16:creationId xmlns:a16="http://schemas.microsoft.com/office/drawing/2014/main" id="{2BE27A1E-6A06-C106-3450-E3CDBEA95506}"/>
              </a:ext>
            </a:extLst>
          </p:cNvPr>
          <p:cNvSpPr/>
          <p:nvPr/>
        </p:nvSpPr>
        <p:spPr>
          <a:xfrm>
            <a:off x="956062" y="2837162"/>
            <a:ext cx="200438" cy="19621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>
                <a:lumMod val="1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  <a:endParaRPr lang="it-IT" sz="900" b="1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3" name="TextBox 1056">
            <a:extLst>
              <a:ext uri="{FF2B5EF4-FFF2-40B4-BE49-F238E27FC236}">
                <a16:creationId xmlns:a16="http://schemas.microsoft.com/office/drawing/2014/main" id="{62230760-FE5C-DE0C-955D-5C7B11F68148}"/>
              </a:ext>
            </a:extLst>
          </p:cNvPr>
          <p:cNvSpPr txBox="1"/>
          <p:nvPr/>
        </p:nvSpPr>
        <p:spPr>
          <a:xfrm>
            <a:off x="1132108" y="2776313"/>
            <a:ext cx="2347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Model Application</a:t>
            </a:r>
          </a:p>
        </p:txBody>
      </p:sp>
      <p:sp>
        <p:nvSpPr>
          <p:cNvPr id="24" name="Oval 1054">
            <a:extLst>
              <a:ext uri="{FF2B5EF4-FFF2-40B4-BE49-F238E27FC236}">
                <a16:creationId xmlns:a16="http://schemas.microsoft.com/office/drawing/2014/main" id="{6E2BE1CE-4283-ECCC-4BE1-09E28AADF8BA}"/>
              </a:ext>
            </a:extLst>
          </p:cNvPr>
          <p:cNvSpPr/>
          <p:nvPr/>
        </p:nvSpPr>
        <p:spPr>
          <a:xfrm>
            <a:off x="956062" y="581529"/>
            <a:ext cx="200438" cy="19621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>
                <a:lumMod val="1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  <a:endParaRPr lang="it-IT" sz="900" b="1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5" name="TextBox 1056">
            <a:extLst>
              <a:ext uri="{FF2B5EF4-FFF2-40B4-BE49-F238E27FC236}">
                <a16:creationId xmlns:a16="http://schemas.microsoft.com/office/drawing/2014/main" id="{FF7D19D8-398B-AF90-61B7-30C8C55C30EE}"/>
              </a:ext>
            </a:extLst>
          </p:cNvPr>
          <p:cNvSpPr txBox="1"/>
          <p:nvPr/>
        </p:nvSpPr>
        <p:spPr>
          <a:xfrm>
            <a:off x="1132108" y="518068"/>
            <a:ext cx="2510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Model Construction</a:t>
            </a:r>
          </a:p>
        </p:txBody>
      </p:sp>
      <p:pic>
        <p:nvPicPr>
          <p:cNvPr id="28" name="Immagine 27">
            <a:extLst>
              <a:ext uri="{FF2B5EF4-FFF2-40B4-BE49-F238E27FC236}">
                <a16:creationId xmlns:a16="http://schemas.microsoft.com/office/drawing/2014/main" id="{82063518-F004-ABAB-A9DB-BD96DB3EC2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195" y="1181483"/>
            <a:ext cx="472440" cy="472440"/>
          </a:xfrm>
          <a:prstGeom prst="rect">
            <a:avLst/>
          </a:prstGeom>
        </p:spPr>
      </p:pic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D7728F4D-8FF3-84FE-CE5C-58EC3208D173}"/>
              </a:ext>
            </a:extLst>
          </p:cNvPr>
          <p:cNvSpPr/>
          <p:nvPr/>
        </p:nvSpPr>
        <p:spPr>
          <a:xfrm>
            <a:off x="2965559" y="953991"/>
            <a:ext cx="2424116" cy="1222157"/>
          </a:xfrm>
          <a:prstGeom prst="round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>
              <a:solidFill>
                <a:schemeClr val="tx1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200" dirty="0">
              <a:solidFill>
                <a:schemeClr val="tx1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Data </a:t>
            </a:r>
            <a:r>
              <a:rPr lang="it-IT" sz="1200" dirty="0" err="1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Pre</a:t>
            </a:r>
            <a:r>
              <a:rPr lang="it-IT" sz="1200" dirty="0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-processing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Prefix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Data Encoding </a:t>
            </a:r>
          </a:p>
          <a:p>
            <a:endParaRPr lang="it-IT" sz="1400" dirty="0">
              <a:solidFill>
                <a:schemeClr val="tx1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it-IT" sz="1400" dirty="0">
              <a:solidFill>
                <a:schemeClr val="tx1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B54271A6-E688-4A7C-B900-29BB7E3525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86874" y="1480204"/>
            <a:ext cx="529413" cy="17906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7A5D54F5-B786-88AC-220B-7C9B76134D0E}"/>
              </a:ext>
            </a:extLst>
          </p:cNvPr>
          <p:cNvSpPr txBox="1"/>
          <p:nvPr/>
        </p:nvSpPr>
        <p:spPr>
          <a:xfrm>
            <a:off x="3520334" y="2193565"/>
            <a:ext cx="13965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ML Data Pipeline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EF225D0C-3D66-D448-1CAE-B5BD7B0729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496" y="1054660"/>
            <a:ext cx="264725" cy="264725"/>
          </a:xfrm>
          <a:prstGeom prst="rect">
            <a:avLst/>
          </a:prstGeom>
        </p:spPr>
      </p:pic>
      <p:pic>
        <p:nvPicPr>
          <p:cNvPr id="39" name="Immagine 38">
            <a:extLst>
              <a:ext uri="{FF2B5EF4-FFF2-40B4-BE49-F238E27FC236}">
                <a16:creationId xmlns:a16="http://schemas.microsoft.com/office/drawing/2014/main" id="{AF2A9F46-9822-E6E8-2F4C-5E0AD5FAA0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495" y="1761192"/>
            <a:ext cx="264725" cy="264725"/>
          </a:xfrm>
          <a:prstGeom prst="rect">
            <a:avLst/>
          </a:prstGeom>
        </p:spPr>
      </p:pic>
      <p:pic>
        <p:nvPicPr>
          <p:cNvPr id="45" name="Immagine 44">
            <a:extLst>
              <a:ext uri="{FF2B5EF4-FFF2-40B4-BE49-F238E27FC236}">
                <a16:creationId xmlns:a16="http://schemas.microsoft.com/office/drawing/2014/main" id="{5A501BD5-776C-E540-65E2-B4604228425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79" y="1863256"/>
            <a:ext cx="235552" cy="235552"/>
          </a:xfrm>
          <a:prstGeom prst="rect">
            <a:avLst/>
          </a:prstGeom>
        </p:spPr>
      </p:pic>
      <p:pic>
        <p:nvPicPr>
          <p:cNvPr id="52" name="Immagine 51">
            <a:extLst>
              <a:ext uri="{FF2B5EF4-FFF2-40B4-BE49-F238E27FC236}">
                <a16:creationId xmlns:a16="http://schemas.microsoft.com/office/drawing/2014/main" id="{4572E057-E2E7-1D82-DBC0-9588F29DBA3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453" y="1179094"/>
            <a:ext cx="212971" cy="212971"/>
          </a:xfrm>
          <a:prstGeom prst="rect">
            <a:avLst/>
          </a:prstGeom>
        </p:spPr>
      </p:pic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AB8CFCD4-D748-8F53-D5D8-EDC9FE625CB3}"/>
              </a:ext>
            </a:extLst>
          </p:cNvPr>
          <p:cNvCxnSpPr>
            <a:cxnSpLocks/>
          </p:cNvCxnSpPr>
          <p:nvPr/>
        </p:nvCxnSpPr>
        <p:spPr>
          <a:xfrm>
            <a:off x="5584745" y="1544145"/>
            <a:ext cx="1332627" cy="70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47B2323D-8E10-711C-1DA8-634F3EC2F2B6}"/>
              </a:ext>
            </a:extLst>
          </p:cNvPr>
          <p:cNvSpPr txBox="1"/>
          <p:nvPr/>
        </p:nvSpPr>
        <p:spPr>
          <a:xfrm>
            <a:off x="5602093" y="1260629"/>
            <a:ext cx="1233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2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Model Training</a:t>
            </a: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49967CC3-A8CD-E334-D530-9B65EC9D856C}"/>
              </a:ext>
            </a:extLst>
          </p:cNvPr>
          <p:cNvSpPr txBox="1"/>
          <p:nvPr/>
        </p:nvSpPr>
        <p:spPr>
          <a:xfrm>
            <a:off x="5506702" y="3984166"/>
            <a:ext cx="1313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Conformal </a:t>
            </a:r>
          </a:p>
          <a:p>
            <a:pPr algn="ctr"/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Quantification</a:t>
            </a:r>
          </a:p>
        </p:txBody>
      </p:sp>
      <p:pic>
        <p:nvPicPr>
          <p:cNvPr id="121" name="Immagine 120">
            <a:extLst>
              <a:ext uri="{FF2B5EF4-FFF2-40B4-BE49-F238E27FC236}">
                <a16:creationId xmlns:a16="http://schemas.microsoft.com/office/drawing/2014/main" id="{24594C70-23C8-6BE2-E467-2131844A8DA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971" y="3467561"/>
            <a:ext cx="108754" cy="108754"/>
          </a:xfrm>
          <a:prstGeom prst="rect">
            <a:avLst/>
          </a:prstGeom>
        </p:spPr>
      </p:pic>
      <p:pic>
        <p:nvPicPr>
          <p:cNvPr id="122" name="Immagine 121">
            <a:extLst>
              <a:ext uri="{FF2B5EF4-FFF2-40B4-BE49-F238E27FC236}">
                <a16:creationId xmlns:a16="http://schemas.microsoft.com/office/drawing/2014/main" id="{7382B360-4C24-1F15-536F-E9C67F11362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209" y="3467536"/>
            <a:ext cx="108755" cy="108755"/>
          </a:xfrm>
          <a:prstGeom prst="rect">
            <a:avLst/>
          </a:prstGeom>
        </p:spPr>
      </p:pic>
      <p:pic>
        <p:nvPicPr>
          <p:cNvPr id="123" name="Immagine 122">
            <a:extLst>
              <a:ext uri="{FF2B5EF4-FFF2-40B4-BE49-F238E27FC236}">
                <a16:creationId xmlns:a16="http://schemas.microsoft.com/office/drawing/2014/main" id="{DDBAD0DB-2F12-C7C3-4CD8-02CE951FB7E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256" y="3467536"/>
            <a:ext cx="108754" cy="108754"/>
          </a:xfrm>
          <a:prstGeom prst="rect">
            <a:avLst/>
          </a:prstGeom>
        </p:spPr>
      </p:pic>
      <p:pic>
        <p:nvPicPr>
          <p:cNvPr id="124" name="Immagine 123">
            <a:extLst>
              <a:ext uri="{FF2B5EF4-FFF2-40B4-BE49-F238E27FC236}">
                <a16:creationId xmlns:a16="http://schemas.microsoft.com/office/drawing/2014/main" id="{00EE476D-F38F-AE66-94F6-7F23196C1A3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842" y="3467561"/>
            <a:ext cx="108754" cy="108754"/>
          </a:xfrm>
          <a:prstGeom prst="rect">
            <a:avLst/>
          </a:prstGeom>
        </p:spPr>
      </p:pic>
      <p:pic>
        <p:nvPicPr>
          <p:cNvPr id="125" name="Immagine 124">
            <a:extLst>
              <a:ext uri="{FF2B5EF4-FFF2-40B4-BE49-F238E27FC236}">
                <a16:creationId xmlns:a16="http://schemas.microsoft.com/office/drawing/2014/main" id="{7307B190-FDB0-F7A0-48DA-4502BD57E25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127" y="3467536"/>
            <a:ext cx="108754" cy="108754"/>
          </a:xfrm>
          <a:prstGeom prst="rect">
            <a:avLst/>
          </a:prstGeom>
        </p:spPr>
      </p:pic>
      <p:pic>
        <p:nvPicPr>
          <p:cNvPr id="126" name="Immagine 125">
            <a:extLst>
              <a:ext uri="{FF2B5EF4-FFF2-40B4-BE49-F238E27FC236}">
                <a16:creationId xmlns:a16="http://schemas.microsoft.com/office/drawing/2014/main" id="{C18ACD1E-FC07-1FC1-02B1-683BB00865F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209" y="3358782"/>
            <a:ext cx="108755" cy="108755"/>
          </a:xfrm>
          <a:prstGeom prst="rect">
            <a:avLst/>
          </a:prstGeom>
        </p:spPr>
      </p:pic>
      <p:pic>
        <p:nvPicPr>
          <p:cNvPr id="127" name="Immagine 126">
            <a:extLst>
              <a:ext uri="{FF2B5EF4-FFF2-40B4-BE49-F238E27FC236}">
                <a16:creationId xmlns:a16="http://schemas.microsoft.com/office/drawing/2014/main" id="{58E95322-1E80-B91F-0CF3-3114917296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842" y="3358807"/>
            <a:ext cx="108754" cy="108754"/>
          </a:xfrm>
          <a:prstGeom prst="rect">
            <a:avLst/>
          </a:prstGeom>
        </p:spPr>
      </p:pic>
      <p:pic>
        <p:nvPicPr>
          <p:cNvPr id="128" name="Immagine 127">
            <a:extLst>
              <a:ext uri="{FF2B5EF4-FFF2-40B4-BE49-F238E27FC236}">
                <a16:creationId xmlns:a16="http://schemas.microsoft.com/office/drawing/2014/main" id="{EC41D710-AAF4-F6B9-1E57-B99F5F3F956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127" y="3358782"/>
            <a:ext cx="108754" cy="108754"/>
          </a:xfrm>
          <a:prstGeom prst="rect">
            <a:avLst/>
          </a:prstGeom>
        </p:spPr>
      </p:pic>
      <p:pic>
        <p:nvPicPr>
          <p:cNvPr id="129" name="Immagine 128">
            <a:extLst>
              <a:ext uri="{FF2B5EF4-FFF2-40B4-BE49-F238E27FC236}">
                <a16:creationId xmlns:a16="http://schemas.microsoft.com/office/drawing/2014/main" id="{42D96870-C842-4FE0-B50F-7692970FA44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820" y="3358756"/>
            <a:ext cx="108755" cy="108755"/>
          </a:xfrm>
          <a:prstGeom prst="rect">
            <a:avLst/>
          </a:prstGeom>
        </p:spPr>
      </p:pic>
      <p:pic>
        <p:nvPicPr>
          <p:cNvPr id="130" name="Immagine 129">
            <a:extLst>
              <a:ext uri="{FF2B5EF4-FFF2-40B4-BE49-F238E27FC236}">
                <a16:creationId xmlns:a16="http://schemas.microsoft.com/office/drawing/2014/main" id="{E7BD8A75-FAB0-57B9-ED62-1F5C3DDA7FF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431" y="3358495"/>
            <a:ext cx="108755" cy="108755"/>
          </a:xfrm>
          <a:prstGeom prst="rect">
            <a:avLst/>
          </a:prstGeom>
        </p:spPr>
      </p:pic>
      <p:pic>
        <p:nvPicPr>
          <p:cNvPr id="131" name="Immagine 130">
            <a:extLst>
              <a:ext uri="{FF2B5EF4-FFF2-40B4-BE49-F238E27FC236}">
                <a16:creationId xmlns:a16="http://schemas.microsoft.com/office/drawing/2014/main" id="{BC9C8E12-0846-070E-6B3C-13247C13A8A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033" y="3255257"/>
            <a:ext cx="108755" cy="108755"/>
          </a:xfrm>
          <a:prstGeom prst="rect">
            <a:avLst/>
          </a:prstGeom>
        </p:spPr>
      </p:pic>
      <p:pic>
        <p:nvPicPr>
          <p:cNvPr id="132" name="Immagine 131">
            <a:extLst>
              <a:ext uri="{FF2B5EF4-FFF2-40B4-BE49-F238E27FC236}">
                <a16:creationId xmlns:a16="http://schemas.microsoft.com/office/drawing/2014/main" id="{DB6B0624-5810-5A90-27CF-55BE7AD0BDE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644" y="3255231"/>
            <a:ext cx="108755" cy="108755"/>
          </a:xfrm>
          <a:prstGeom prst="rect">
            <a:avLst/>
          </a:prstGeom>
        </p:spPr>
      </p:pic>
      <p:pic>
        <p:nvPicPr>
          <p:cNvPr id="133" name="Immagine 132">
            <a:extLst>
              <a:ext uri="{FF2B5EF4-FFF2-40B4-BE49-F238E27FC236}">
                <a16:creationId xmlns:a16="http://schemas.microsoft.com/office/drawing/2014/main" id="{1DE5C015-C89D-B575-7432-5076CCD1288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255" y="3254970"/>
            <a:ext cx="108755" cy="108755"/>
          </a:xfrm>
          <a:prstGeom prst="rect">
            <a:avLst/>
          </a:prstGeom>
        </p:spPr>
      </p:pic>
      <p:pic>
        <p:nvPicPr>
          <p:cNvPr id="134" name="Immagine 133">
            <a:extLst>
              <a:ext uri="{FF2B5EF4-FFF2-40B4-BE49-F238E27FC236}">
                <a16:creationId xmlns:a16="http://schemas.microsoft.com/office/drawing/2014/main" id="{AEF7585A-5F0B-5E01-39EE-3858DD2E68C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001" y="3254302"/>
            <a:ext cx="108755" cy="108755"/>
          </a:xfrm>
          <a:prstGeom prst="rect">
            <a:avLst/>
          </a:prstGeom>
        </p:spPr>
      </p:pic>
      <p:pic>
        <p:nvPicPr>
          <p:cNvPr id="135" name="Immagine 134">
            <a:extLst>
              <a:ext uri="{FF2B5EF4-FFF2-40B4-BE49-F238E27FC236}">
                <a16:creationId xmlns:a16="http://schemas.microsoft.com/office/drawing/2014/main" id="{6F3C59CB-E7E0-792E-BFF1-8DE72EC038B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126" y="3254789"/>
            <a:ext cx="108755" cy="108755"/>
          </a:xfrm>
          <a:prstGeom prst="rect">
            <a:avLst/>
          </a:prstGeom>
        </p:spPr>
      </p:pic>
      <p:pic>
        <p:nvPicPr>
          <p:cNvPr id="143" name="Elemento grafico 142">
            <a:extLst>
              <a:ext uri="{FF2B5EF4-FFF2-40B4-BE49-F238E27FC236}">
                <a16:creationId xmlns:a16="http://schemas.microsoft.com/office/drawing/2014/main" id="{89CB9ED8-BF2A-DD49-C031-93A689AA612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05748" y="3667579"/>
            <a:ext cx="610862" cy="354300"/>
          </a:xfrm>
          <a:prstGeom prst="rect">
            <a:avLst/>
          </a:prstGeom>
        </p:spPr>
      </p:pic>
      <p:sp>
        <p:nvSpPr>
          <p:cNvPr id="144" name="CasellaDiTesto 143">
            <a:extLst>
              <a:ext uri="{FF2B5EF4-FFF2-40B4-BE49-F238E27FC236}">
                <a16:creationId xmlns:a16="http://schemas.microsoft.com/office/drawing/2014/main" id="{877848E2-3279-44C1-6E2E-ACAC082AEBD2}"/>
              </a:ext>
            </a:extLst>
          </p:cNvPr>
          <p:cNvSpPr txBox="1"/>
          <p:nvPr/>
        </p:nvSpPr>
        <p:spPr>
          <a:xfrm>
            <a:off x="5754194" y="3198845"/>
            <a:ext cx="26481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7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</a:t>
            </a:r>
            <a:r>
              <a:rPr lang="it-IT" sz="700" i="1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1</a:t>
            </a:r>
          </a:p>
        </p:txBody>
      </p:sp>
      <p:sp>
        <p:nvSpPr>
          <p:cNvPr id="145" name="CasellaDiTesto 144">
            <a:extLst>
              <a:ext uri="{FF2B5EF4-FFF2-40B4-BE49-F238E27FC236}">
                <a16:creationId xmlns:a16="http://schemas.microsoft.com/office/drawing/2014/main" id="{D3936427-F4F2-F293-48DA-8EF511DDED91}"/>
              </a:ext>
            </a:extLst>
          </p:cNvPr>
          <p:cNvSpPr txBox="1"/>
          <p:nvPr/>
        </p:nvSpPr>
        <p:spPr>
          <a:xfrm>
            <a:off x="5744574" y="3313279"/>
            <a:ext cx="28245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700" i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</a:t>
            </a:r>
            <a:r>
              <a:rPr lang="it-IT" sz="700" i="1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…</a:t>
            </a:r>
          </a:p>
        </p:txBody>
      </p:sp>
      <p:sp>
        <p:nvSpPr>
          <p:cNvPr id="146" name="CasellaDiTesto 145">
            <a:extLst>
              <a:ext uri="{FF2B5EF4-FFF2-40B4-BE49-F238E27FC236}">
                <a16:creationId xmlns:a16="http://schemas.microsoft.com/office/drawing/2014/main" id="{8FB47A05-C4FD-9A2F-632A-F161C4930EFF}"/>
              </a:ext>
            </a:extLst>
          </p:cNvPr>
          <p:cNvSpPr txBox="1"/>
          <p:nvPr/>
        </p:nvSpPr>
        <p:spPr>
          <a:xfrm>
            <a:off x="5757370" y="3408395"/>
            <a:ext cx="26802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700" i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</a:t>
            </a:r>
            <a:r>
              <a:rPr lang="it-IT" sz="700" i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</a:t>
            </a:r>
            <a:endParaRPr lang="it-IT" sz="700" i="1" baseline="-2500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84D0BB8B-3C5F-BA62-BB86-0E7D839C73CD}"/>
              </a:ext>
            </a:extLst>
          </p:cNvPr>
          <p:cNvCxnSpPr>
            <a:cxnSpLocks/>
          </p:cNvCxnSpPr>
          <p:nvPr/>
        </p:nvCxnSpPr>
        <p:spPr>
          <a:xfrm>
            <a:off x="4970526" y="3999332"/>
            <a:ext cx="6006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10D39A5C-0655-A62D-C1FF-C43EAB8EFBEF}"/>
              </a:ext>
            </a:extLst>
          </p:cNvPr>
          <p:cNvCxnSpPr>
            <a:cxnSpLocks/>
          </p:cNvCxnSpPr>
          <p:nvPr/>
        </p:nvCxnSpPr>
        <p:spPr>
          <a:xfrm>
            <a:off x="6781637" y="4008516"/>
            <a:ext cx="6006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magine 8">
            <a:extLst>
              <a:ext uri="{FF2B5EF4-FFF2-40B4-BE49-F238E27FC236}">
                <a16:creationId xmlns:a16="http://schemas.microsoft.com/office/drawing/2014/main" id="{75EA8960-7DB2-926C-2A29-A95C73B845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511" y="3398900"/>
            <a:ext cx="432588" cy="432588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DBE1EA53-1DB6-E546-B83D-9730042C424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85119" y="3494098"/>
            <a:ext cx="413179" cy="413179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F33F224-3F58-474D-6F80-8A6B4E7EA130}"/>
              </a:ext>
            </a:extLst>
          </p:cNvPr>
          <p:cNvSpPr txBox="1"/>
          <p:nvPr/>
        </p:nvSpPr>
        <p:spPr>
          <a:xfrm>
            <a:off x="7561147" y="3984340"/>
            <a:ext cx="1003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Real-Time</a:t>
            </a:r>
          </a:p>
          <a:p>
            <a:pPr algn="ctr"/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Feedback</a:t>
            </a:r>
          </a:p>
        </p:txBody>
      </p:sp>
      <p:cxnSp>
        <p:nvCxnSpPr>
          <p:cNvPr id="31" name="Connettore 1 30">
            <a:extLst>
              <a:ext uri="{FF2B5EF4-FFF2-40B4-BE49-F238E27FC236}">
                <a16:creationId xmlns:a16="http://schemas.microsoft.com/office/drawing/2014/main" id="{16CDA919-462D-0D9A-99B8-5F6457A7B98F}"/>
              </a:ext>
            </a:extLst>
          </p:cNvPr>
          <p:cNvCxnSpPr>
            <a:cxnSpLocks/>
          </p:cNvCxnSpPr>
          <p:nvPr/>
        </p:nvCxnSpPr>
        <p:spPr>
          <a:xfrm>
            <a:off x="7723151" y="2386268"/>
            <a:ext cx="0" cy="3900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ttore 1 32">
            <a:extLst>
              <a:ext uri="{FF2B5EF4-FFF2-40B4-BE49-F238E27FC236}">
                <a16:creationId xmlns:a16="http://schemas.microsoft.com/office/drawing/2014/main" id="{7FAE31FD-ADBE-F842-7773-395DB61438FC}"/>
              </a:ext>
            </a:extLst>
          </p:cNvPr>
          <p:cNvCxnSpPr>
            <a:cxnSpLocks/>
          </p:cNvCxnSpPr>
          <p:nvPr/>
        </p:nvCxnSpPr>
        <p:spPr>
          <a:xfrm flipH="1">
            <a:off x="4277726" y="2776313"/>
            <a:ext cx="34454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0200713E-7CA0-437B-1D25-E5710699A39D}"/>
              </a:ext>
            </a:extLst>
          </p:cNvPr>
          <p:cNvCxnSpPr>
            <a:cxnSpLocks/>
          </p:cNvCxnSpPr>
          <p:nvPr/>
        </p:nvCxnSpPr>
        <p:spPr>
          <a:xfrm>
            <a:off x="4277726" y="2776313"/>
            <a:ext cx="0" cy="7177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B5D8B65D-D7C2-8DF9-87E6-A1583F644B6A}"/>
              </a:ext>
            </a:extLst>
          </p:cNvPr>
          <p:cNvSpPr txBox="1"/>
          <p:nvPr/>
        </p:nvSpPr>
        <p:spPr>
          <a:xfrm>
            <a:off x="5085272" y="3711355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200" i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</a:t>
            </a:r>
            <a:r>
              <a:rPr lang="it-IT" sz="1200" i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</a:t>
            </a:r>
            <a:endParaRPr lang="it-IT" sz="1200" i="1" baseline="-2500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537A8C1A-1A2C-9017-092A-8C0A7293752B}"/>
              </a:ext>
            </a:extLst>
          </p:cNvPr>
          <p:cNvSpPr txBox="1"/>
          <p:nvPr/>
        </p:nvSpPr>
        <p:spPr>
          <a:xfrm>
            <a:off x="3092854" y="3675074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2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</a:t>
            </a:r>
            <a:r>
              <a:rPr lang="it-IT" sz="1200" i="1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EC693731-0A3C-FDF8-8CE1-6C6DA0CF8D34}"/>
              </a:ext>
            </a:extLst>
          </p:cNvPr>
          <p:cNvSpPr txBox="1"/>
          <p:nvPr/>
        </p:nvSpPr>
        <p:spPr>
          <a:xfrm>
            <a:off x="6690043" y="372233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200" i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</a:t>
            </a:r>
            <a:r>
              <a:rPr lang="it-IT" sz="1200" i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</a:t>
            </a:r>
            <a:r>
              <a:rPr lang="it-IT" sz="1200" i="1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 </a:t>
            </a:r>
            <a:r>
              <a:rPr lang="it-IT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+ </a:t>
            </a:r>
            <a:r>
              <a:rPr lang="it-IT" sz="12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C</a:t>
            </a:r>
            <a:r>
              <a:rPr lang="it-IT" sz="1200" i="1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</a:t>
            </a:r>
            <a:r>
              <a:rPr lang="it-IT" sz="12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62FA6BFB-4C71-CD08-388B-21BD9895C722}"/>
              </a:ext>
            </a:extLst>
          </p:cNvPr>
          <p:cNvSpPr txBox="1"/>
          <p:nvPr/>
        </p:nvSpPr>
        <p:spPr>
          <a:xfrm>
            <a:off x="3745368" y="4081687"/>
            <a:ext cx="10647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Predictions</a:t>
            </a:r>
          </a:p>
        </p:txBody>
      </p:sp>
      <p:pic>
        <p:nvPicPr>
          <p:cNvPr id="59" name="Immagine 58">
            <a:extLst>
              <a:ext uri="{FF2B5EF4-FFF2-40B4-BE49-F238E27FC236}">
                <a16:creationId xmlns:a16="http://schemas.microsoft.com/office/drawing/2014/main" id="{8700905C-5BB3-0087-D3B9-1FF0D0311A6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138" y="3609743"/>
            <a:ext cx="413176" cy="413176"/>
          </a:xfrm>
          <a:prstGeom prst="rect">
            <a:avLst/>
          </a:prstGeom>
        </p:spPr>
      </p:pic>
      <p:cxnSp>
        <p:nvCxnSpPr>
          <p:cNvPr id="19" name="Connettore 1 18">
            <a:extLst>
              <a:ext uri="{FF2B5EF4-FFF2-40B4-BE49-F238E27FC236}">
                <a16:creationId xmlns:a16="http://schemas.microsoft.com/office/drawing/2014/main" id="{3726B896-F64E-C3CF-6FD9-9CCC0EE60D45}"/>
              </a:ext>
            </a:extLst>
          </p:cNvPr>
          <p:cNvCxnSpPr/>
          <p:nvPr/>
        </p:nvCxnSpPr>
        <p:spPr>
          <a:xfrm>
            <a:off x="933484" y="2594910"/>
            <a:ext cx="7691227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249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74DA0-68B3-7564-8803-A6B28A957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E233A3A-81BC-B384-F80F-618E1666111B}"/>
              </a:ext>
            </a:extLst>
          </p:cNvPr>
          <p:cNvSpPr txBox="1"/>
          <p:nvPr/>
        </p:nvSpPr>
        <p:spPr>
          <a:xfrm>
            <a:off x="950705" y="1655714"/>
            <a:ext cx="1451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Event Logs</a:t>
            </a:r>
          </a:p>
          <a:p>
            <a:pPr algn="ctr"/>
            <a:r>
              <a:rPr lang="it-IT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(Historical Traces)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91DA30EE-F184-2173-EE8F-3CEE877EC3EA}"/>
              </a:ext>
            </a:extLst>
          </p:cNvPr>
          <p:cNvSpPr txBox="1"/>
          <p:nvPr/>
        </p:nvSpPr>
        <p:spPr>
          <a:xfrm>
            <a:off x="6791757" y="1936904"/>
            <a:ext cx="1335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Predictive Model</a:t>
            </a:r>
          </a:p>
          <a:p>
            <a:pPr algn="ctr"/>
            <a:r>
              <a:rPr lang="it-IT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(LSTM)</a:t>
            </a:r>
          </a:p>
        </p:txBody>
      </p: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23822918-DE7D-62A0-CF42-366200320BF3}"/>
              </a:ext>
            </a:extLst>
          </p:cNvPr>
          <p:cNvCxnSpPr>
            <a:cxnSpLocks/>
          </p:cNvCxnSpPr>
          <p:nvPr/>
        </p:nvCxnSpPr>
        <p:spPr>
          <a:xfrm>
            <a:off x="2018752" y="1533079"/>
            <a:ext cx="583000" cy="27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1054">
            <a:extLst>
              <a:ext uri="{FF2B5EF4-FFF2-40B4-BE49-F238E27FC236}">
                <a16:creationId xmlns:a16="http://schemas.microsoft.com/office/drawing/2014/main" id="{760E76DE-A389-E241-6F99-A0FC37C5B01D}"/>
              </a:ext>
            </a:extLst>
          </p:cNvPr>
          <p:cNvSpPr/>
          <p:nvPr/>
        </p:nvSpPr>
        <p:spPr>
          <a:xfrm>
            <a:off x="956062" y="2709747"/>
            <a:ext cx="200438" cy="19621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>
                <a:lumMod val="1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  <a:endParaRPr lang="it-IT" sz="900" b="1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3" name="TextBox 1056">
            <a:extLst>
              <a:ext uri="{FF2B5EF4-FFF2-40B4-BE49-F238E27FC236}">
                <a16:creationId xmlns:a16="http://schemas.microsoft.com/office/drawing/2014/main" id="{1B82241C-2E41-A770-CB9E-B074E241DBFF}"/>
              </a:ext>
            </a:extLst>
          </p:cNvPr>
          <p:cNvSpPr txBox="1"/>
          <p:nvPr/>
        </p:nvSpPr>
        <p:spPr>
          <a:xfrm>
            <a:off x="1132108" y="2648898"/>
            <a:ext cx="2347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Model Application</a:t>
            </a:r>
          </a:p>
        </p:txBody>
      </p:sp>
      <p:sp>
        <p:nvSpPr>
          <p:cNvPr id="24" name="Oval 1054">
            <a:extLst>
              <a:ext uri="{FF2B5EF4-FFF2-40B4-BE49-F238E27FC236}">
                <a16:creationId xmlns:a16="http://schemas.microsoft.com/office/drawing/2014/main" id="{096C3F25-EE4F-F9BF-E323-F42CD94893AB}"/>
              </a:ext>
            </a:extLst>
          </p:cNvPr>
          <p:cNvSpPr/>
          <p:nvPr/>
        </p:nvSpPr>
        <p:spPr>
          <a:xfrm>
            <a:off x="956062" y="670429"/>
            <a:ext cx="200438" cy="19621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>
                <a:lumMod val="1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  <a:endParaRPr lang="it-IT" sz="900" b="1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5" name="TextBox 1056">
            <a:extLst>
              <a:ext uri="{FF2B5EF4-FFF2-40B4-BE49-F238E27FC236}">
                <a16:creationId xmlns:a16="http://schemas.microsoft.com/office/drawing/2014/main" id="{C4AD5A32-05AC-43CE-6A8A-842712E10647}"/>
              </a:ext>
            </a:extLst>
          </p:cNvPr>
          <p:cNvSpPr txBox="1"/>
          <p:nvPr/>
        </p:nvSpPr>
        <p:spPr>
          <a:xfrm>
            <a:off x="1132108" y="606968"/>
            <a:ext cx="2510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Model Construction</a:t>
            </a:r>
          </a:p>
        </p:txBody>
      </p:sp>
      <p:pic>
        <p:nvPicPr>
          <p:cNvPr id="28" name="Immagine 27">
            <a:extLst>
              <a:ext uri="{FF2B5EF4-FFF2-40B4-BE49-F238E27FC236}">
                <a16:creationId xmlns:a16="http://schemas.microsoft.com/office/drawing/2014/main" id="{ACC8D0FB-3948-68D6-6B41-B0357323C4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597" y="1206312"/>
            <a:ext cx="425422" cy="425422"/>
          </a:xfrm>
          <a:prstGeom prst="rect">
            <a:avLst/>
          </a:prstGeom>
        </p:spPr>
      </p:pic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D335F590-AA34-D52D-9E8D-B0C99110B0B2}"/>
              </a:ext>
            </a:extLst>
          </p:cNvPr>
          <p:cNvCxnSpPr>
            <a:cxnSpLocks/>
          </p:cNvCxnSpPr>
          <p:nvPr/>
        </p:nvCxnSpPr>
        <p:spPr>
          <a:xfrm>
            <a:off x="4950263" y="1896309"/>
            <a:ext cx="1332627" cy="70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8547D185-04AE-D190-0F3E-69008C2CE24D}"/>
              </a:ext>
            </a:extLst>
          </p:cNvPr>
          <p:cNvSpPr txBox="1"/>
          <p:nvPr/>
        </p:nvSpPr>
        <p:spPr>
          <a:xfrm>
            <a:off x="4994439" y="1922847"/>
            <a:ext cx="1143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1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Model Training</a:t>
            </a: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3418F4C1-9961-05A5-146A-A8A85532DD8B}"/>
              </a:ext>
            </a:extLst>
          </p:cNvPr>
          <p:cNvSpPr txBox="1"/>
          <p:nvPr/>
        </p:nvSpPr>
        <p:spPr>
          <a:xfrm>
            <a:off x="5533640" y="3626895"/>
            <a:ext cx="8354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Conformal </a:t>
            </a:r>
          </a:p>
          <a:p>
            <a:pPr algn="ctr"/>
            <a:r>
              <a:rPr lang="it-IT" sz="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Quantification</a:t>
            </a:r>
          </a:p>
        </p:txBody>
      </p:sp>
      <p:pic>
        <p:nvPicPr>
          <p:cNvPr id="122" name="Immagine 121">
            <a:extLst>
              <a:ext uri="{FF2B5EF4-FFF2-40B4-BE49-F238E27FC236}">
                <a16:creationId xmlns:a16="http://schemas.microsoft.com/office/drawing/2014/main" id="{399F6033-E73F-5B7A-E6B5-BC8CE7589E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430" y="3182381"/>
            <a:ext cx="108755" cy="108755"/>
          </a:xfrm>
          <a:prstGeom prst="rect">
            <a:avLst/>
          </a:prstGeom>
        </p:spPr>
      </p:pic>
      <p:pic>
        <p:nvPicPr>
          <p:cNvPr id="124" name="Immagine 123">
            <a:extLst>
              <a:ext uri="{FF2B5EF4-FFF2-40B4-BE49-F238E27FC236}">
                <a16:creationId xmlns:a16="http://schemas.microsoft.com/office/drawing/2014/main" id="{7EAB6538-793A-361B-A1A1-DC30260E5B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063" y="3182406"/>
            <a:ext cx="108754" cy="108754"/>
          </a:xfrm>
          <a:prstGeom prst="rect">
            <a:avLst/>
          </a:prstGeom>
        </p:spPr>
      </p:pic>
      <p:pic>
        <p:nvPicPr>
          <p:cNvPr id="125" name="Immagine 124">
            <a:extLst>
              <a:ext uri="{FF2B5EF4-FFF2-40B4-BE49-F238E27FC236}">
                <a16:creationId xmlns:a16="http://schemas.microsoft.com/office/drawing/2014/main" id="{3D2D88C9-5B8B-4749-103D-BB34D161DA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348" y="3182381"/>
            <a:ext cx="108754" cy="108754"/>
          </a:xfrm>
          <a:prstGeom prst="rect">
            <a:avLst/>
          </a:prstGeom>
        </p:spPr>
      </p:pic>
      <p:pic>
        <p:nvPicPr>
          <p:cNvPr id="126" name="Immagine 125">
            <a:extLst>
              <a:ext uri="{FF2B5EF4-FFF2-40B4-BE49-F238E27FC236}">
                <a16:creationId xmlns:a16="http://schemas.microsoft.com/office/drawing/2014/main" id="{0E6BA6DB-EEBF-1B4C-09CA-A774742F2B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911" y="3039664"/>
            <a:ext cx="108755" cy="108755"/>
          </a:xfrm>
          <a:prstGeom prst="rect">
            <a:avLst/>
          </a:prstGeom>
        </p:spPr>
      </p:pic>
      <p:pic>
        <p:nvPicPr>
          <p:cNvPr id="128" name="Immagine 127">
            <a:extLst>
              <a:ext uri="{FF2B5EF4-FFF2-40B4-BE49-F238E27FC236}">
                <a16:creationId xmlns:a16="http://schemas.microsoft.com/office/drawing/2014/main" id="{54F32A9C-97D5-6F27-CA2A-5E11516415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9829" y="3039664"/>
            <a:ext cx="108754" cy="108754"/>
          </a:xfrm>
          <a:prstGeom prst="rect">
            <a:avLst/>
          </a:prstGeom>
        </p:spPr>
      </p:pic>
      <p:pic>
        <p:nvPicPr>
          <p:cNvPr id="129" name="Immagine 128">
            <a:extLst>
              <a:ext uri="{FF2B5EF4-FFF2-40B4-BE49-F238E27FC236}">
                <a16:creationId xmlns:a16="http://schemas.microsoft.com/office/drawing/2014/main" id="{C00D76DC-7FA7-721B-EC0E-52F21C0531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9522" y="3039638"/>
            <a:ext cx="108755" cy="108755"/>
          </a:xfrm>
          <a:prstGeom prst="rect">
            <a:avLst/>
          </a:prstGeom>
        </p:spPr>
      </p:pic>
      <p:pic>
        <p:nvPicPr>
          <p:cNvPr id="130" name="Immagine 129">
            <a:extLst>
              <a:ext uri="{FF2B5EF4-FFF2-40B4-BE49-F238E27FC236}">
                <a16:creationId xmlns:a16="http://schemas.microsoft.com/office/drawing/2014/main" id="{ECD34CBB-BD86-9BA7-A78A-CFBC82EDC4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6133" y="3039377"/>
            <a:ext cx="108755" cy="108755"/>
          </a:xfrm>
          <a:prstGeom prst="rect">
            <a:avLst/>
          </a:prstGeom>
        </p:spPr>
      </p:pic>
      <p:pic>
        <p:nvPicPr>
          <p:cNvPr id="131" name="Immagine 130">
            <a:extLst>
              <a:ext uri="{FF2B5EF4-FFF2-40B4-BE49-F238E27FC236}">
                <a16:creationId xmlns:a16="http://schemas.microsoft.com/office/drawing/2014/main" id="{1419A62E-2E25-574B-E689-DCF67B3497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735" y="2894584"/>
            <a:ext cx="108755" cy="108755"/>
          </a:xfrm>
          <a:prstGeom prst="rect">
            <a:avLst/>
          </a:prstGeom>
        </p:spPr>
      </p:pic>
      <p:pic>
        <p:nvPicPr>
          <p:cNvPr id="132" name="Immagine 131">
            <a:extLst>
              <a:ext uri="{FF2B5EF4-FFF2-40B4-BE49-F238E27FC236}">
                <a16:creationId xmlns:a16="http://schemas.microsoft.com/office/drawing/2014/main" id="{5D9EBD86-68FF-C5CA-1C30-D96610CF74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346" y="2894558"/>
            <a:ext cx="108755" cy="108755"/>
          </a:xfrm>
          <a:prstGeom prst="rect">
            <a:avLst/>
          </a:prstGeom>
        </p:spPr>
      </p:pic>
      <p:pic>
        <p:nvPicPr>
          <p:cNvPr id="133" name="Immagine 132">
            <a:extLst>
              <a:ext uri="{FF2B5EF4-FFF2-40B4-BE49-F238E27FC236}">
                <a16:creationId xmlns:a16="http://schemas.microsoft.com/office/drawing/2014/main" id="{28F62C95-6DBE-04A4-6160-064EAC0C75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957" y="2894297"/>
            <a:ext cx="108755" cy="108755"/>
          </a:xfrm>
          <a:prstGeom prst="rect">
            <a:avLst/>
          </a:prstGeom>
        </p:spPr>
      </p:pic>
      <p:pic>
        <p:nvPicPr>
          <p:cNvPr id="134" name="Immagine 133">
            <a:extLst>
              <a:ext uri="{FF2B5EF4-FFF2-40B4-BE49-F238E27FC236}">
                <a16:creationId xmlns:a16="http://schemas.microsoft.com/office/drawing/2014/main" id="{3FDE8F8A-69CC-E9BB-67AE-7A4CD611CA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703" y="2893629"/>
            <a:ext cx="108755" cy="108755"/>
          </a:xfrm>
          <a:prstGeom prst="rect">
            <a:avLst/>
          </a:prstGeom>
        </p:spPr>
      </p:pic>
      <p:pic>
        <p:nvPicPr>
          <p:cNvPr id="135" name="Immagine 134">
            <a:extLst>
              <a:ext uri="{FF2B5EF4-FFF2-40B4-BE49-F238E27FC236}">
                <a16:creationId xmlns:a16="http://schemas.microsoft.com/office/drawing/2014/main" id="{0893496E-73E7-0368-BA30-67E4D7B3AF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9828" y="2894116"/>
            <a:ext cx="108755" cy="108755"/>
          </a:xfrm>
          <a:prstGeom prst="rect">
            <a:avLst/>
          </a:prstGeom>
        </p:spPr>
      </p:pic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44EECBB4-28D0-913B-830A-A1BC0C65A67D}"/>
              </a:ext>
            </a:extLst>
          </p:cNvPr>
          <p:cNvCxnSpPr>
            <a:cxnSpLocks/>
          </p:cNvCxnSpPr>
          <p:nvPr/>
        </p:nvCxnSpPr>
        <p:spPr>
          <a:xfrm>
            <a:off x="6320551" y="3521332"/>
            <a:ext cx="4701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magine 8">
            <a:extLst>
              <a:ext uri="{FF2B5EF4-FFF2-40B4-BE49-F238E27FC236}">
                <a16:creationId xmlns:a16="http://schemas.microsoft.com/office/drawing/2014/main" id="{B2DED014-AEE3-69EF-506D-0D73073C84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210" y="3112071"/>
            <a:ext cx="432588" cy="432588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E316D081-BBAF-3F2C-4E69-B89FBA5582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870818" y="3207269"/>
            <a:ext cx="413179" cy="413179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E3DC320-4A7F-215C-2ED9-8B9D8CFEDCF7}"/>
              </a:ext>
            </a:extLst>
          </p:cNvPr>
          <p:cNvSpPr txBox="1"/>
          <p:nvPr/>
        </p:nvSpPr>
        <p:spPr>
          <a:xfrm>
            <a:off x="6720612" y="3657557"/>
            <a:ext cx="22284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1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Real-Time Property Satisfaction </a:t>
            </a:r>
          </a:p>
          <a:p>
            <a:pPr algn="ctr"/>
            <a:r>
              <a:rPr lang="it-IT" sz="11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with Statistical Guarantees</a:t>
            </a:r>
          </a:p>
        </p:txBody>
      </p:sp>
      <p:cxnSp>
        <p:nvCxnSpPr>
          <p:cNvPr id="31" name="Connettore 1 30">
            <a:extLst>
              <a:ext uri="{FF2B5EF4-FFF2-40B4-BE49-F238E27FC236}">
                <a16:creationId xmlns:a16="http://schemas.microsoft.com/office/drawing/2014/main" id="{9B5568BF-4C61-9CAA-A6FE-F7EDBF2C4C60}"/>
              </a:ext>
            </a:extLst>
          </p:cNvPr>
          <p:cNvCxnSpPr>
            <a:cxnSpLocks/>
          </p:cNvCxnSpPr>
          <p:nvPr/>
        </p:nvCxnSpPr>
        <p:spPr>
          <a:xfrm>
            <a:off x="7464046" y="2394891"/>
            <a:ext cx="0" cy="492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ttore 1 32">
            <a:extLst>
              <a:ext uri="{FF2B5EF4-FFF2-40B4-BE49-F238E27FC236}">
                <a16:creationId xmlns:a16="http://schemas.microsoft.com/office/drawing/2014/main" id="{1CA4335F-B449-6145-37B2-9546D5AF45CC}"/>
              </a:ext>
            </a:extLst>
          </p:cNvPr>
          <p:cNvCxnSpPr>
            <a:cxnSpLocks/>
          </p:cNvCxnSpPr>
          <p:nvPr/>
        </p:nvCxnSpPr>
        <p:spPr>
          <a:xfrm flipH="1">
            <a:off x="4190877" y="2878216"/>
            <a:ext cx="32731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5F57B58B-4387-B804-6E54-89B506EA2B6E}"/>
              </a:ext>
            </a:extLst>
          </p:cNvPr>
          <p:cNvSpPr txBox="1"/>
          <p:nvPr/>
        </p:nvSpPr>
        <p:spPr>
          <a:xfrm>
            <a:off x="2809706" y="3726521"/>
            <a:ext cx="9925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Predictions </a:t>
            </a:r>
          </a:p>
        </p:txBody>
      </p:sp>
      <p:pic>
        <p:nvPicPr>
          <p:cNvPr id="59" name="Immagine 58">
            <a:extLst>
              <a:ext uri="{FF2B5EF4-FFF2-40B4-BE49-F238E27FC236}">
                <a16:creationId xmlns:a16="http://schemas.microsoft.com/office/drawing/2014/main" id="{C069EC6B-D826-C81F-4429-755AA31E72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746" y="3243594"/>
            <a:ext cx="413176" cy="413176"/>
          </a:xfrm>
          <a:prstGeom prst="rect">
            <a:avLst/>
          </a:prstGeom>
        </p:spPr>
      </p:pic>
      <p:cxnSp>
        <p:nvCxnSpPr>
          <p:cNvPr id="19" name="Connettore 1 18">
            <a:extLst>
              <a:ext uri="{FF2B5EF4-FFF2-40B4-BE49-F238E27FC236}">
                <a16:creationId xmlns:a16="http://schemas.microsoft.com/office/drawing/2014/main" id="{04CFEF4C-DE4A-2459-1674-6BC9B95D6F72}"/>
              </a:ext>
            </a:extLst>
          </p:cNvPr>
          <p:cNvCxnSpPr>
            <a:cxnSpLocks/>
          </p:cNvCxnSpPr>
          <p:nvPr/>
        </p:nvCxnSpPr>
        <p:spPr>
          <a:xfrm>
            <a:off x="933484" y="2529585"/>
            <a:ext cx="7858247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Immagine 35">
            <a:extLst>
              <a:ext uri="{FF2B5EF4-FFF2-40B4-BE49-F238E27FC236}">
                <a16:creationId xmlns:a16="http://schemas.microsoft.com/office/drawing/2014/main" id="{0F49ED1D-2743-DB3D-3064-C60A216F64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154" y="1173207"/>
            <a:ext cx="195381" cy="195381"/>
          </a:xfrm>
          <a:prstGeom prst="rect">
            <a:avLst/>
          </a:prstGeom>
        </p:spPr>
      </p:pic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716B8681-097E-9649-1129-A89834464482}"/>
              </a:ext>
            </a:extLst>
          </p:cNvPr>
          <p:cNvSpPr txBox="1"/>
          <p:nvPr/>
        </p:nvSpPr>
        <p:spPr>
          <a:xfrm>
            <a:off x="4746377" y="716949"/>
            <a:ext cx="15904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1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Monitoring Properties</a:t>
            </a:r>
            <a:r>
              <a:rPr lang="it-IT" sz="11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</a:p>
          <a:p>
            <a:pPr algn="ctr"/>
            <a:r>
              <a:rPr lang="it-IT" sz="11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 </a:t>
            </a:r>
            <a:r>
              <a:rPr lang="it-IT" sz="11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(MITL)</a:t>
            </a:r>
          </a:p>
        </p:txBody>
      </p:sp>
      <p:pic>
        <p:nvPicPr>
          <p:cNvPr id="44" name="Immagine 43">
            <a:extLst>
              <a:ext uri="{FF2B5EF4-FFF2-40B4-BE49-F238E27FC236}">
                <a16:creationId xmlns:a16="http://schemas.microsoft.com/office/drawing/2014/main" id="{47AAFC0B-AA80-944E-A7B4-8002F6CF0F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2220" y="1153307"/>
            <a:ext cx="259462" cy="259462"/>
          </a:xfrm>
          <a:prstGeom prst="rect">
            <a:avLst/>
          </a:prstGeom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95B220EE-6135-C910-3B19-06BD0A494F34}"/>
              </a:ext>
            </a:extLst>
          </p:cNvPr>
          <p:cNvSpPr/>
          <p:nvPr/>
        </p:nvSpPr>
        <p:spPr>
          <a:xfrm>
            <a:off x="2781970" y="1115156"/>
            <a:ext cx="1799366" cy="925735"/>
          </a:xfrm>
          <a:prstGeom prst="roundRect">
            <a:avLst>
              <a:gd name="adj" fmla="val 11614"/>
            </a:avLst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 dirty="0">
              <a:solidFill>
                <a:schemeClr val="tx1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42432F99-7DD6-D85A-4883-7125E6658A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97730" y="1503476"/>
            <a:ext cx="509326" cy="172272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EE0F3D4-D40B-2BE5-425B-25E8A810DA41}"/>
              </a:ext>
            </a:extLst>
          </p:cNvPr>
          <p:cNvSpPr txBox="1"/>
          <p:nvPr/>
        </p:nvSpPr>
        <p:spPr>
          <a:xfrm>
            <a:off x="3086005" y="2070651"/>
            <a:ext cx="12923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1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ML Data Pipeline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FDF795BE-A55D-0398-63C4-7F6A33AEB5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7820" y="1168880"/>
            <a:ext cx="205346" cy="205346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D8E6FB1C-AFC4-64CD-7C12-922AA732E7E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998" y="1807420"/>
            <a:ext cx="203169" cy="203169"/>
          </a:xfrm>
          <a:prstGeom prst="rect">
            <a:avLst/>
          </a:prstGeom>
        </p:spPr>
      </p:pic>
      <p:pic>
        <p:nvPicPr>
          <p:cNvPr id="30" name="Immagine 29">
            <a:extLst>
              <a:ext uri="{FF2B5EF4-FFF2-40B4-BE49-F238E27FC236}">
                <a16:creationId xmlns:a16="http://schemas.microsoft.com/office/drawing/2014/main" id="{028BA67A-5525-5393-AB9D-25B6CBF1581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172" y="1243763"/>
            <a:ext cx="212971" cy="212971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7052EDE-772F-D1BD-792F-683D52EF27B3}"/>
              </a:ext>
            </a:extLst>
          </p:cNvPr>
          <p:cNvSpPr txBox="1"/>
          <p:nvPr/>
        </p:nvSpPr>
        <p:spPr>
          <a:xfrm>
            <a:off x="8085874" y="2909358"/>
            <a:ext cx="9156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9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</a:t>
            </a:r>
            <a:r>
              <a:rPr lang="it-IT" sz="900" i="1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2</a:t>
            </a:r>
            <a:r>
              <a:rPr lang="it-IT" sz="9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it-IT" sz="900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[0, 374939 , </a:t>
            </a:r>
            <a:r>
              <a:rPr lang="it-IT" sz="900" b="1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97%</a:t>
            </a:r>
            <a:r>
              <a:rPr lang="it-IT" sz="900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]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5CC10CC5-54F1-B953-A887-8250F655CB9A}"/>
              </a:ext>
            </a:extLst>
          </p:cNvPr>
          <p:cNvSpPr txBox="1"/>
          <p:nvPr/>
        </p:nvSpPr>
        <p:spPr>
          <a:xfrm>
            <a:off x="8086283" y="2754334"/>
            <a:ext cx="7841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9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</a:t>
            </a:r>
            <a:r>
              <a:rPr lang="it-IT" sz="900" i="1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1</a:t>
            </a:r>
            <a:r>
              <a:rPr lang="it-IT" sz="9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it-IT" sz="900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[1, +∞, </a:t>
            </a:r>
            <a:r>
              <a:rPr lang="it-IT" sz="900" b="1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99%</a:t>
            </a:r>
            <a:r>
              <a:rPr lang="it-IT" sz="900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]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65299B34-7F89-30DC-B2E7-57157CD8F420}"/>
              </a:ext>
            </a:extLst>
          </p:cNvPr>
          <p:cNvSpPr txBox="1"/>
          <p:nvPr/>
        </p:nvSpPr>
        <p:spPr>
          <a:xfrm>
            <a:off x="8087622" y="3052871"/>
            <a:ext cx="7505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9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</a:t>
            </a:r>
            <a:r>
              <a:rPr lang="it-IT" sz="900" i="1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3</a:t>
            </a:r>
            <a:r>
              <a:rPr lang="it-IT" sz="9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it-IT" sz="900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[1, -∞, </a:t>
            </a:r>
            <a:r>
              <a:rPr lang="it-IT" sz="900" b="1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81%</a:t>
            </a:r>
            <a:r>
              <a:rPr lang="it-IT" sz="900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]</a:t>
            </a:r>
          </a:p>
        </p:txBody>
      </p:sp>
      <p:pic>
        <p:nvPicPr>
          <p:cNvPr id="41" name="Immagine 40">
            <a:extLst>
              <a:ext uri="{FF2B5EF4-FFF2-40B4-BE49-F238E27FC236}">
                <a16:creationId xmlns:a16="http://schemas.microsoft.com/office/drawing/2014/main" id="{1F65D71C-73A0-2192-86F3-2620A186A3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208" y="3039377"/>
            <a:ext cx="108755" cy="108755"/>
          </a:xfrm>
          <a:prstGeom prst="rect">
            <a:avLst/>
          </a:prstGeom>
        </p:spPr>
      </p:pic>
      <p:pic>
        <p:nvPicPr>
          <p:cNvPr id="42" name="Immagine 41">
            <a:extLst>
              <a:ext uri="{FF2B5EF4-FFF2-40B4-BE49-F238E27FC236}">
                <a16:creationId xmlns:a16="http://schemas.microsoft.com/office/drawing/2014/main" id="{D8B98007-BCA4-B552-05D6-363B93627B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866" y="3181551"/>
            <a:ext cx="108755" cy="108755"/>
          </a:xfrm>
          <a:prstGeom prst="rect">
            <a:avLst/>
          </a:prstGeom>
        </p:spPr>
      </p:pic>
      <p:pic>
        <p:nvPicPr>
          <p:cNvPr id="43" name="Immagine 42">
            <a:extLst>
              <a:ext uri="{FF2B5EF4-FFF2-40B4-BE49-F238E27FC236}">
                <a16:creationId xmlns:a16="http://schemas.microsoft.com/office/drawing/2014/main" id="{F2EE813D-6CE7-8C2A-9E1D-7F51EBEA7A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477" y="3181290"/>
            <a:ext cx="108755" cy="108755"/>
          </a:xfrm>
          <a:prstGeom prst="rect">
            <a:avLst/>
          </a:prstGeom>
        </p:spPr>
      </p:pic>
      <p:cxnSp>
        <p:nvCxnSpPr>
          <p:cNvPr id="46" name="Connettore 1 45">
            <a:extLst>
              <a:ext uri="{FF2B5EF4-FFF2-40B4-BE49-F238E27FC236}">
                <a16:creationId xmlns:a16="http://schemas.microsoft.com/office/drawing/2014/main" id="{745CFD0A-2582-50F3-6424-5A8EEBBF0793}"/>
              </a:ext>
            </a:extLst>
          </p:cNvPr>
          <p:cNvCxnSpPr>
            <a:cxnSpLocks/>
          </p:cNvCxnSpPr>
          <p:nvPr/>
        </p:nvCxnSpPr>
        <p:spPr>
          <a:xfrm>
            <a:off x="7643343" y="3010097"/>
            <a:ext cx="454331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Connettore 1 50">
            <a:extLst>
              <a:ext uri="{FF2B5EF4-FFF2-40B4-BE49-F238E27FC236}">
                <a16:creationId xmlns:a16="http://schemas.microsoft.com/office/drawing/2014/main" id="{F3662834-6FC6-24BC-2514-3DD76A046EF7}"/>
              </a:ext>
            </a:extLst>
          </p:cNvPr>
          <p:cNvCxnSpPr>
            <a:cxnSpLocks/>
          </p:cNvCxnSpPr>
          <p:nvPr/>
        </p:nvCxnSpPr>
        <p:spPr>
          <a:xfrm flipV="1">
            <a:off x="8096149" y="2916701"/>
            <a:ext cx="80929" cy="9339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Connettore 1 55">
            <a:extLst>
              <a:ext uri="{FF2B5EF4-FFF2-40B4-BE49-F238E27FC236}">
                <a16:creationId xmlns:a16="http://schemas.microsoft.com/office/drawing/2014/main" id="{2268539A-D5B4-E7E2-C9BB-5C082CF7C4AB}"/>
              </a:ext>
            </a:extLst>
          </p:cNvPr>
          <p:cNvCxnSpPr>
            <a:cxnSpLocks/>
          </p:cNvCxnSpPr>
          <p:nvPr/>
        </p:nvCxnSpPr>
        <p:spPr>
          <a:xfrm>
            <a:off x="7639274" y="3155381"/>
            <a:ext cx="454331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Connettore 1 59">
            <a:extLst>
              <a:ext uri="{FF2B5EF4-FFF2-40B4-BE49-F238E27FC236}">
                <a16:creationId xmlns:a16="http://schemas.microsoft.com/office/drawing/2014/main" id="{BDA1A62E-569F-22F9-536E-F0FE8F5AAAEB}"/>
              </a:ext>
            </a:extLst>
          </p:cNvPr>
          <p:cNvCxnSpPr>
            <a:cxnSpLocks/>
          </p:cNvCxnSpPr>
          <p:nvPr/>
        </p:nvCxnSpPr>
        <p:spPr>
          <a:xfrm flipV="1">
            <a:off x="8090280" y="3061985"/>
            <a:ext cx="80929" cy="9339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Connettore 1 62">
            <a:extLst>
              <a:ext uri="{FF2B5EF4-FFF2-40B4-BE49-F238E27FC236}">
                <a16:creationId xmlns:a16="http://schemas.microsoft.com/office/drawing/2014/main" id="{462D13A2-E5B0-4A14-5A11-1251508EB13F}"/>
              </a:ext>
            </a:extLst>
          </p:cNvPr>
          <p:cNvCxnSpPr>
            <a:cxnSpLocks/>
          </p:cNvCxnSpPr>
          <p:nvPr/>
        </p:nvCxnSpPr>
        <p:spPr>
          <a:xfrm>
            <a:off x="7639274" y="3296871"/>
            <a:ext cx="454331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Connettore 1 63">
            <a:extLst>
              <a:ext uri="{FF2B5EF4-FFF2-40B4-BE49-F238E27FC236}">
                <a16:creationId xmlns:a16="http://schemas.microsoft.com/office/drawing/2014/main" id="{0793E374-6747-6610-3EE9-3F7D128CA42B}"/>
              </a:ext>
            </a:extLst>
          </p:cNvPr>
          <p:cNvCxnSpPr>
            <a:cxnSpLocks/>
          </p:cNvCxnSpPr>
          <p:nvPr/>
        </p:nvCxnSpPr>
        <p:spPr>
          <a:xfrm flipV="1">
            <a:off x="8090280" y="3203475"/>
            <a:ext cx="80929" cy="9339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B871708F-CC8D-0042-8777-9113AEB9C6F0}"/>
              </a:ext>
            </a:extLst>
          </p:cNvPr>
          <p:cNvSpPr txBox="1"/>
          <p:nvPr/>
        </p:nvSpPr>
        <p:spPr>
          <a:xfrm>
            <a:off x="4600920" y="3635545"/>
            <a:ext cx="9893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Time-</a:t>
            </a:r>
            <a:r>
              <a:rPr lang="it-IT" sz="8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Robustness</a:t>
            </a:r>
            <a:r>
              <a:rPr lang="it-IT" sz="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</a:p>
          <a:p>
            <a:pPr algn="ctr"/>
            <a:r>
              <a:rPr lang="it-IT" sz="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Quantification</a:t>
            </a:r>
          </a:p>
        </p:txBody>
      </p:sp>
      <p:pic>
        <p:nvPicPr>
          <p:cNvPr id="93" name="Immagine 92">
            <a:extLst>
              <a:ext uri="{FF2B5EF4-FFF2-40B4-BE49-F238E27FC236}">
                <a16:creationId xmlns:a16="http://schemas.microsoft.com/office/drawing/2014/main" id="{430A8D58-2F3D-E7E2-A567-9199BE929902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19294" t="27200" r="19011" b="42821"/>
          <a:stretch/>
        </p:blipFill>
        <p:spPr>
          <a:xfrm>
            <a:off x="4641558" y="3978980"/>
            <a:ext cx="896927" cy="16857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E34B38C-B65C-ECB6-370E-FB84EE77446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17"/>
          <a:stretch/>
        </p:blipFill>
        <p:spPr>
          <a:xfrm flipH="1">
            <a:off x="1949617" y="3423723"/>
            <a:ext cx="309449" cy="243484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094ED94-D026-1EEE-B691-11F69351A4E5}"/>
              </a:ext>
            </a:extLst>
          </p:cNvPr>
          <p:cNvSpPr txBox="1"/>
          <p:nvPr/>
        </p:nvSpPr>
        <p:spPr>
          <a:xfrm>
            <a:off x="1108655" y="3726521"/>
            <a:ext cx="11865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Ongoing Trace</a:t>
            </a:r>
          </a:p>
        </p:txBody>
      </p:sp>
      <p:pic>
        <p:nvPicPr>
          <p:cNvPr id="35" name="Graphic 30">
            <a:extLst>
              <a:ext uri="{FF2B5EF4-FFF2-40B4-BE49-F238E27FC236}">
                <a16:creationId xmlns:a16="http://schemas.microsoft.com/office/drawing/2014/main" id="{26202C4D-8170-1FA3-F469-EC2605371C7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21053" y="3103574"/>
            <a:ext cx="1336932" cy="419706"/>
          </a:xfrm>
          <a:prstGeom prst="rect">
            <a:avLst/>
          </a:prstGeom>
        </p:spPr>
      </p:pic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58AB965D-6F27-6039-D51A-25BD8946AF98}"/>
              </a:ext>
            </a:extLst>
          </p:cNvPr>
          <p:cNvCxnSpPr>
            <a:cxnSpLocks/>
          </p:cNvCxnSpPr>
          <p:nvPr/>
        </p:nvCxnSpPr>
        <p:spPr>
          <a:xfrm>
            <a:off x="2417764" y="3466612"/>
            <a:ext cx="5815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2C3EB962-1650-4760-5A80-11FA7C94ABC6}"/>
              </a:ext>
            </a:extLst>
          </p:cNvPr>
          <p:cNvCxnSpPr>
            <a:cxnSpLocks/>
          </p:cNvCxnSpPr>
          <p:nvPr/>
        </p:nvCxnSpPr>
        <p:spPr>
          <a:xfrm>
            <a:off x="4197068" y="2878216"/>
            <a:ext cx="0" cy="443647"/>
          </a:xfrm>
          <a:prstGeom prst="straightConnector1">
            <a:avLst/>
          </a:prstGeom>
          <a:ln>
            <a:solidFill>
              <a:schemeClr val="tx1"/>
            </a:solidFill>
            <a:bevel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870BAD5C-6D2C-72BD-ED23-E63205AB60D6}"/>
              </a:ext>
            </a:extLst>
          </p:cNvPr>
          <p:cNvSpPr txBox="1"/>
          <p:nvPr/>
        </p:nvSpPr>
        <p:spPr>
          <a:xfrm>
            <a:off x="3542113" y="3237598"/>
            <a:ext cx="27590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</a:t>
            </a:r>
            <a:r>
              <a:rPr lang="it-IT" sz="2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it-IT" sz="2000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( [0..1]   ,   [-∞..+∞]   ,  </a:t>
            </a:r>
            <a:r>
              <a:rPr lang="it-IT" sz="2000" b="1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99% </a:t>
            </a:r>
            <a:r>
              <a:rPr lang="it-IT" sz="2000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)</a:t>
            </a:r>
          </a:p>
        </p:txBody>
      </p:sp>
      <p:sp>
        <p:nvSpPr>
          <p:cNvPr id="86" name="CasellaDiTesto 85">
            <a:extLst>
              <a:ext uri="{FF2B5EF4-FFF2-40B4-BE49-F238E27FC236}">
                <a16:creationId xmlns:a16="http://schemas.microsoft.com/office/drawing/2014/main" id="{0751661F-201D-1EE6-1E47-5A4A8EA0A5C6}"/>
              </a:ext>
            </a:extLst>
          </p:cNvPr>
          <p:cNvSpPr txBox="1"/>
          <p:nvPr/>
        </p:nvSpPr>
        <p:spPr>
          <a:xfrm>
            <a:off x="2516683" y="3051389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i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x</a:t>
            </a:r>
            <a:r>
              <a:rPr lang="it-IT" i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</a:t>
            </a:r>
            <a:endParaRPr lang="it-IT" baseline="-2500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94" name="CasellaDiTesto 93">
            <a:extLst>
              <a:ext uri="{FF2B5EF4-FFF2-40B4-BE49-F238E27FC236}">
                <a16:creationId xmlns:a16="http://schemas.microsoft.com/office/drawing/2014/main" id="{88F15F93-0661-F020-4836-1A0CBCD305B2}"/>
              </a:ext>
            </a:extLst>
          </p:cNvPr>
          <p:cNvSpPr txBox="1"/>
          <p:nvPr/>
        </p:nvSpPr>
        <p:spPr>
          <a:xfrm>
            <a:off x="3742594" y="3633551"/>
            <a:ext cx="8965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Property </a:t>
            </a:r>
          </a:p>
          <a:p>
            <a:pPr algn="ctr"/>
            <a:r>
              <a:rPr lang="it-IT" sz="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Satisfaction </a:t>
            </a:r>
          </a:p>
        </p:txBody>
      </p:sp>
      <p:pic>
        <p:nvPicPr>
          <p:cNvPr id="101" name="Immagine 100">
            <a:extLst>
              <a:ext uri="{FF2B5EF4-FFF2-40B4-BE49-F238E27FC236}">
                <a16:creationId xmlns:a16="http://schemas.microsoft.com/office/drawing/2014/main" id="{928B5D8B-85A3-A114-0038-8C78D3D1C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464" y="1744767"/>
            <a:ext cx="205346" cy="205346"/>
          </a:xfrm>
          <a:prstGeom prst="rect">
            <a:avLst/>
          </a:prstGeom>
        </p:spPr>
      </p:pic>
      <p:sp>
        <p:nvSpPr>
          <p:cNvPr id="102" name="CasellaDiTesto 101">
            <a:extLst>
              <a:ext uri="{FF2B5EF4-FFF2-40B4-BE49-F238E27FC236}">
                <a16:creationId xmlns:a16="http://schemas.microsoft.com/office/drawing/2014/main" id="{710EAC9E-AC75-468B-DFF9-75A5708ECE71}"/>
              </a:ext>
            </a:extLst>
          </p:cNvPr>
          <p:cNvSpPr txBox="1"/>
          <p:nvPr/>
        </p:nvSpPr>
        <p:spPr>
          <a:xfrm>
            <a:off x="2775871" y="1178509"/>
            <a:ext cx="166292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it-IT" sz="1050" dirty="0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Data </a:t>
            </a:r>
            <a:r>
              <a:rPr lang="it-IT" sz="1050" dirty="0" err="1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Pre</a:t>
            </a:r>
            <a:r>
              <a:rPr lang="it-IT" sz="1050" dirty="0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-Processing</a:t>
            </a:r>
          </a:p>
        </p:txBody>
      </p:sp>
      <p:sp>
        <p:nvSpPr>
          <p:cNvPr id="103" name="CasellaDiTesto 102">
            <a:extLst>
              <a:ext uri="{FF2B5EF4-FFF2-40B4-BE49-F238E27FC236}">
                <a16:creationId xmlns:a16="http://schemas.microsoft.com/office/drawing/2014/main" id="{79F4BEC2-E676-A577-DD81-1226AE6BBE2E}"/>
              </a:ext>
            </a:extLst>
          </p:cNvPr>
          <p:cNvSpPr txBox="1"/>
          <p:nvPr/>
        </p:nvSpPr>
        <p:spPr>
          <a:xfrm>
            <a:off x="2694226" y="1451664"/>
            <a:ext cx="13531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5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Prefix</a:t>
            </a:r>
            <a:r>
              <a:rPr lang="it-IT" sz="105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it-IT" sz="105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Extraction</a:t>
            </a:r>
            <a:endParaRPr lang="it-IT" sz="105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106" name="CasellaDiTesto 105">
            <a:extLst>
              <a:ext uri="{FF2B5EF4-FFF2-40B4-BE49-F238E27FC236}">
                <a16:creationId xmlns:a16="http://schemas.microsoft.com/office/drawing/2014/main" id="{50CE451B-EA8A-907F-0C9E-D3E18D1002A7}"/>
              </a:ext>
            </a:extLst>
          </p:cNvPr>
          <p:cNvSpPr txBox="1"/>
          <p:nvPr/>
        </p:nvSpPr>
        <p:spPr>
          <a:xfrm>
            <a:off x="2694472" y="1733096"/>
            <a:ext cx="143240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5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Features </a:t>
            </a:r>
            <a:r>
              <a:rPr lang="it-IT" sz="105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Encoding</a:t>
            </a:r>
            <a:endParaRPr lang="it-IT" sz="105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cxnSp>
        <p:nvCxnSpPr>
          <p:cNvPr id="113" name="Connettore 2 112">
            <a:extLst>
              <a:ext uri="{FF2B5EF4-FFF2-40B4-BE49-F238E27FC236}">
                <a16:creationId xmlns:a16="http://schemas.microsoft.com/office/drawing/2014/main" id="{2CDABC79-5C96-E3E5-6B20-D98CDEDACEE4}"/>
              </a:ext>
            </a:extLst>
          </p:cNvPr>
          <p:cNvCxnSpPr>
            <a:cxnSpLocks/>
          </p:cNvCxnSpPr>
          <p:nvPr/>
        </p:nvCxnSpPr>
        <p:spPr>
          <a:xfrm>
            <a:off x="5083986" y="2878312"/>
            <a:ext cx="0" cy="443647"/>
          </a:xfrm>
          <a:prstGeom prst="straightConnector1">
            <a:avLst/>
          </a:prstGeom>
          <a:ln>
            <a:solidFill>
              <a:schemeClr val="tx1"/>
            </a:solidFill>
            <a:bevel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9" name="Immagine 138">
            <a:extLst>
              <a:ext uri="{FF2B5EF4-FFF2-40B4-BE49-F238E27FC236}">
                <a16:creationId xmlns:a16="http://schemas.microsoft.com/office/drawing/2014/main" id="{505D9994-C6C0-97C1-5595-7602C78715A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39558" y="3956249"/>
            <a:ext cx="607313" cy="315082"/>
          </a:xfrm>
          <a:prstGeom prst="rect">
            <a:avLst/>
          </a:prstGeom>
        </p:spPr>
      </p:pic>
      <p:pic>
        <p:nvPicPr>
          <p:cNvPr id="146" name="Immagine 145">
            <a:extLst>
              <a:ext uri="{FF2B5EF4-FFF2-40B4-BE49-F238E27FC236}">
                <a16:creationId xmlns:a16="http://schemas.microsoft.com/office/drawing/2014/main" id="{B6716A98-96D9-9027-4BEC-4ACE6C979F6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1466" y="611661"/>
            <a:ext cx="2094841" cy="1450275"/>
          </a:xfrm>
          <a:prstGeom prst="rect">
            <a:avLst/>
          </a:prstGeom>
        </p:spPr>
      </p:pic>
      <p:pic>
        <p:nvPicPr>
          <p:cNvPr id="148" name="Immagine 147">
            <a:extLst>
              <a:ext uri="{FF2B5EF4-FFF2-40B4-BE49-F238E27FC236}">
                <a16:creationId xmlns:a16="http://schemas.microsoft.com/office/drawing/2014/main" id="{FC603697-875C-78B6-654F-B1074DB8FCB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350" y="3968692"/>
            <a:ext cx="215448" cy="215448"/>
          </a:xfrm>
          <a:prstGeom prst="rect">
            <a:avLst/>
          </a:prstGeom>
        </p:spPr>
      </p:pic>
      <p:cxnSp>
        <p:nvCxnSpPr>
          <p:cNvPr id="149" name="Connettore 2 148">
            <a:extLst>
              <a:ext uri="{FF2B5EF4-FFF2-40B4-BE49-F238E27FC236}">
                <a16:creationId xmlns:a16="http://schemas.microsoft.com/office/drawing/2014/main" id="{4A5ABD85-AC64-844A-DB22-22422935C059}"/>
              </a:ext>
            </a:extLst>
          </p:cNvPr>
          <p:cNvCxnSpPr>
            <a:cxnSpLocks/>
          </p:cNvCxnSpPr>
          <p:nvPr/>
        </p:nvCxnSpPr>
        <p:spPr>
          <a:xfrm>
            <a:off x="5592148" y="1483608"/>
            <a:ext cx="0" cy="2962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178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325DC-749E-0289-0159-DB1870EF3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ttangolo 57">
            <a:extLst>
              <a:ext uri="{FF2B5EF4-FFF2-40B4-BE49-F238E27FC236}">
                <a16:creationId xmlns:a16="http://schemas.microsoft.com/office/drawing/2014/main" id="{49D06914-3E1D-9E0C-86C9-A450CF324C67}"/>
              </a:ext>
            </a:extLst>
          </p:cNvPr>
          <p:cNvSpPr/>
          <p:nvPr/>
        </p:nvSpPr>
        <p:spPr>
          <a:xfrm>
            <a:off x="5743604" y="3148708"/>
            <a:ext cx="190615" cy="1908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ED664BF4-3F90-A640-5DDB-E72B56C7B4CE}"/>
              </a:ext>
            </a:extLst>
          </p:cNvPr>
          <p:cNvSpPr/>
          <p:nvPr/>
        </p:nvSpPr>
        <p:spPr>
          <a:xfrm>
            <a:off x="6591755" y="2051324"/>
            <a:ext cx="2731530" cy="1073457"/>
          </a:xfrm>
          <a:prstGeom prst="roundRect">
            <a:avLst>
              <a:gd name="adj" fmla="val 11614"/>
            </a:avLst>
          </a:prstGeom>
          <a:solidFill>
            <a:schemeClr val="bg1"/>
          </a:solidFill>
          <a:ln w="952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 dirty="0">
              <a:solidFill>
                <a:schemeClr val="tx1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B1F5463-6856-F908-96CE-AB23416A9D56}"/>
              </a:ext>
            </a:extLst>
          </p:cNvPr>
          <p:cNvSpPr txBox="1"/>
          <p:nvPr/>
        </p:nvSpPr>
        <p:spPr>
          <a:xfrm>
            <a:off x="1397893" y="2710395"/>
            <a:ext cx="1451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Event Logs</a:t>
            </a:r>
          </a:p>
          <a:p>
            <a:pPr algn="ctr"/>
            <a:r>
              <a:rPr lang="it-IT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(Historical Traces)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1917C169-5797-4D66-2D26-DF71D89F69A9}"/>
              </a:ext>
            </a:extLst>
          </p:cNvPr>
          <p:cNvSpPr txBox="1"/>
          <p:nvPr/>
        </p:nvSpPr>
        <p:spPr>
          <a:xfrm>
            <a:off x="6602900" y="2866087"/>
            <a:ext cx="13356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Model Training</a:t>
            </a:r>
          </a:p>
        </p:txBody>
      </p: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B5F3718A-742B-D846-FA73-B22F7D7FF169}"/>
              </a:ext>
            </a:extLst>
          </p:cNvPr>
          <p:cNvCxnSpPr>
            <a:cxnSpLocks/>
          </p:cNvCxnSpPr>
          <p:nvPr/>
        </p:nvCxnSpPr>
        <p:spPr>
          <a:xfrm>
            <a:off x="2465940" y="2587760"/>
            <a:ext cx="583000" cy="27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1054">
            <a:extLst>
              <a:ext uri="{FF2B5EF4-FFF2-40B4-BE49-F238E27FC236}">
                <a16:creationId xmlns:a16="http://schemas.microsoft.com/office/drawing/2014/main" id="{E0B67484-DD16-CCBF-6785-2285EE72AC72}"/>
              </a:ext>
            </a:extLst>
          </p:cNvPr>
          <p:cNvSpPr/>
          <p:nvPr/>
        </p:nvSpPr>
        <p:spPr>
          <a:xfrm>
            <a:off x="1430515" y="3684532"/>
            <a:ext cx="200438" cy="19621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>
                <a:lumMod val="1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  <a:endParaRPr lang="it-IT" sz="900" b="1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3" name="TextBox 1056">
            <a:extLst>
              <a:ext uri="{FF2B5EF4-FFF2-40B4-BE49-F238E27FC236}">
                <a16:creationId xmlns:a16="http://schemas.microsoft.com/office/drawing/2014/main" id="{41E267DC-4034-DD54-4416-E5E479CDD6CB}"/>
              </a:ext>
            </a:extLst>
          </p:cNvPr>
          <p:cNvSpPr txBox="1"/>
          <p:nvPr/>
        </p:nvSpPr>
        <p:spPr>
          <a:xfrm>
            <a:off x="1606561" y="3623683"/>
            <a:ext cx="234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Model Application</a:t>
            </a:r>
          </a:p>
        </p:txBody>
      </p:sp>
      <p:sp>
        <p:nvSpPr>
          <p:cNvPr id="24" name="Oval 1054">
            <a:extLst>
              <a:ext uri="{FF2B5EF4-FFF2-40B4-BE49-F238E27FC236}">
                <a16:creationId xmlns:a16="http://schemas.microsoft.com/office/drawing/2014/main" id="{3824ABD2-4080-239F-89CB-F71B4D9AFF39}"/>
              </a:ext>
            </a:extLst>
          </p:cNvPr>
          <p:cNvSpPr/>
          <p:nvPr/>
        </p:nvSpPr>
        <p:spPr>
          <a:xfrm>
            <a:off x="1432842" y="1862859"/>
            <a:ext cx="200438" cy="19621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2">
                <a:lumMod val="1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  <a:endParaRPr lang="it-IT" sz="900" b="1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5" name="TextBox 1056">
            <a:extLst>
              <a:ext uri="{FF2B5EF4-FFF2-40B4-BE49-F238E27FC236}">
                <a16:creationId xmlns:a16="http://schemas.microsoft.com/office/drawing/2014/main" id="{685CE060-E9DC-88D3-8BD7-6693AEEDF204}"/>
              </a:ext>
            </a:extLst>
          </p:cNvPr>
          <p:cNvSpPr txBox="1"/>
          <p:nvPr/>
        </p:nvSpPr>
        <p:spPr>
          <a:xfrm>
            <a:off x="1608888" y="1799398"/>
            <a:ext cx="2510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Model Construction</a:t>
            </a:r>
          </a:p>
        </p:txBody>
      </p:sp>
      <p:pic>
        <p:nvPicPr>
          <p:cNvPr id="28" name="Immagine 27">
            <a:extLst>
              <a:ext uri="{FF2B5EF4-FFF2-40B4-BE49-F238E27FC236}">
                <a16:creationId xmlns:a16="http://schemas.microsoft.com/office/drawing/2014/main" id="{DB07BB70-F163-2666-55A8-1785B5868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785" y="2260993"/>
            <a:ext cx="425422" cy="425422"/>
          </a:xfrm>
          <a:prstGeom prst="rect">
            <a:avLst/>
          </a:prstGeom>
        </p:spPr>
      </p:pic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69968733-5F0F-F93A-D187-00E4A1865375}"/>
              </a:ext>
            </a:extLst>
          </p:cNvPr>
          <p:cNvCxnSpPr>
            <a:cxnSpLocks/>
          </p:cNvCxnSpPr>
          <p:nvPr/>
        </p:nvCxnSpPr>
        <p:spPr>
          <a:xfrm>
            <a:off x="5005287" y="2811762"/>
            <a:ext cx="300206" cy="28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05615AFD-7EAE-663C-CD7C-3B685EC35B61}"/>
              </a:ext>
            </a:extLst>
          </p:cNvPr>
          <p:cNvSpPr txBox="1"/>
          <p:nvPr/>
        </p:nvSpPr>
        <p:spPr>
          <a:xfrm>
            <a:off x="6021843" y="4587930"/>
            <a:ext cx="835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Conformal </a:t>
            </a:r>
          </a:p>
          <a:p>
            <a:pPr algn="ctr"/>
            <a:r>
              <a:rPr lang="it-IT" sz="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Quantification</a:t>
            </a:r>
          </a:p>
        </p:txBody>
      </p:sp>
      <p:pic>
        <p:nvPicPr>
          <p:cNvPr id="122" name="Immagine 121">
            <a:extLst>
              <a:ext uri="{FF2B5EF4-FFF2-40B4-BE49-F238E27FC236}">
                <a16:creationId xmlns:a16="http://schemas.microsoft.com/office/drawing/2014/main" id="{923E70F8-8A55-491D-02AF-219FDE2541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027" y="4157166"/>
            <a:ext cx="108755" cy="108755"/>
          </a:xfrm>
          <a:prstGeom prst="rect">
            <a:avLst/>
          </a:prstGeom>
        </p:spPr>
      </p:pic>
      <p:pic>
        <p:nvPicPr>
          <p:cNvPr id="124" name="Immagine 123">
            <a:extLst>
              <a:ext uri="{FF2B5EF4-FFF2-40B4-BE49-F238E27FC236}">
                <a16:creationId xmlns:a16="http://schemas.microsoft.com/office/drawing/2014/main" id="{869DF01A-05D2-CE3F-1673-E64E18893C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7660" y="4157191"/>
            <a:ext cx="108754" cy="108754"/>
          </a:xfrm>
          <a:prstGeom prst="rect">
            <a:avLst/>
          </a:prstGeom>
        </p:spPr>
      </p:pic>
      <p:pic>
        <p:nvPicPr>
          <p:cNvPr id="125" name="Immagine 124">
            <a:extLst>
              <a:ext uri="{FF2B5EF4-FFF2-40B4-BE49-F238E27FC236}">
                <a16:creationId xmlns:a16="http://schemas.microsoft.com/office/drawing/2014/main" id="{8C6CBCC5-F2C4-1FF8-4B10-B804FB25CD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945" y="4157166"/>
            <a:ext cx="108754" cy="108754"/>
          </a:xfrm>
          <a:prstGeom prst="rect">
            <a:avLst/>
          </a:prstGeom>
        </p:spPr>
      </p:pic>
      <p:pic>
        <p:nvPicPr>
          <p:cNvPr id="126" name="Immagine 125">
            <a:extLst>
              <a:ext uri="{FF2B5EF4-FFF2-40B4-BE49-F238E27FC236}">
                <a16:creationId xmlns:a16="http://schemas.microsoft.com/office/drawing/2014/main" id="{39A706AD-6688-4F9C-9DB7-BCF1B11601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508" y="4014449"/>
            <a:ext cx="108755" cy="108755"/>
          </a:xfrm>
          <a:prstGeom prst="rect">
            <a:avLst/>
          </a:prstGeom>
        </p:spPr>
      </p:pic>
      <p:pic>
        <p:nvPicPr>
          <p:cNvPr id="128" name="Immagine 127">
            <a:extLst>
              <a:ext uri="{FF2B5EF4-FFF2-40B4-BE49-F238E27FC236}">
                <a16:creationId xmlns:a16="http://schemas.microsoft.com/office/drawing/2014/main" id="{10B44D4D-1302-7DA0-168F-854B4742E6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3426" y="4014449"/>
            <a:ext cx="108754" cy="108754"/>
          </a:xfrm>
          <a:prstGeom prst="rect">
            <a:avLst/>
          </a:prstGeom>
        </p:spPr>
      </p:pic>
      <p:pic>
        <p:nvPicPr>
          <p:cNvPr id="129" name="Immagine 128">
            <a:extLst>
              <a:ext uri="{FF2B5EF4-FFF2-40B4-BE49-F238E27FC236}">
                <a16:creationId xmlns:a16="http://schemas.microsoft.com/office/drawing/2014/main" id="{08D26C16-DCB7-7EE2-61CF-8FEC5C55A2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119" y="4014423"/>
            <a:ext cx="108755" cy="108755"/>
          </a:xfrm>
          <a:prstGeom prst="rect">
            <a:avLst/>
          </a:prstGeom>
        </p:spPr>
      </p:pic>
      <p:pic>
        <p:nvPicPr>
          <p:cNvPr id="130" name="Immagine 129">
            <a:extLst>
              <a:ext uri="{FF2B5EF4-FFF2-40B4-BE49-F238E27FC236}">
                <a16:creationId xmlns:a16="http://schemas.microsoft.com/office/drawing/2014/main" id="{446BD758-02D3-B011-03FC-8ECCBF42B1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9730" y="4014162"/>
            <a:ext cx="108755" cy="108755"/>
          </a:xfrm>
          <a:prstGeom prst="rect">
            <a:avLst/>
          </a:prstGeom>
        </p:spPr>
      </p:pic>
      <p:pic>
        <p:nvPicPr>
          <p:cNvPr id="131" name="Immagine 130">
            <a:extLst>
              <a:ext uri="{FF2B5EF4-FFF2-40B4-BE49-F238E27FC236}">
                <a16:creationId xmlns:a16="http://schemas.microsoft.com/office/drawing/2014/main" id="{63E31AA9-982F-7C2A-B019-11514329B8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332" y="3869369"/>
            <a:ext cx="108755" cy="108755"/>
          </a:xfrm>
          <a:prstGeom prst="rect">
            <a:avLst/>
          </a:prstGeom>
        </p:spPr>
      </p:pic>
      <p:pic>
        <p:nvPicPr>
          <p:cNvPr id="132" name="Immagine 131">
            <a:extLst>
              <a:ext uri="{FF2B5EF4-FFF2-40B4-BE49-F238E27FC236}">
                <a16:creationId xmlns:a16="http://schemas.microsoft.com/office/drawing/2014/main" id="{5F322F58-5575-B5F2-BC5E-98C2FD5278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9943" y="3869343"/>
            <a:ext cx="108755" cy="108755"/>
          </a:xfrm>
          <a:prstGeom prst="rect">
            <a:avLst/>
          </a:prstGeom>
        </p:spPr>
      </p:pic>
      <p:pic>
        <p:nvPicPr>
          <p:cNvPr id="133" name="Immagine 132">
            <a:extLst>
              <a:ext uri="{FF2B5EF4-FFF2-40B4-BE49-F238E27FC236}">
                <a16:creationId xmlns:a16="http://schemas.microsoft.com/office/drawing/2014/main" id="{EF495341-2130-13D7-85D2-0951E858D1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6554" y="3869082"/>
            <a:ext cx="108755" cy="108755"/>
          </a:xfrm>
          <a:prstGeom prst="rect">
            <a:avLst/>
          </a:prstGeom>
        </p:spPr>
      </p:pic>
      <p:pic>
        <p:nvPicPr>
          <p:cNvPr id="134" name="Immagine 133">
            <a:extLst>
              <a:ext uri="{FF2B5EF4-FFF2-40B4-BE49-F238E27FC236}">
                <a16:creationId xmlns:a16="http://schemas.microsoft.com/office/drawing/2014/main" id="{E5441B50-D1BD-952A-CED5-561F0D5461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7300" y="3868414"/>
            <a:ext cx="108755" cy="108755"/>
          </a:xfrm>
          <a:prstGeom prst="rect">
            <a:avLst/>
          </a:prstGeom>
        </p:spPr>
      </p:pic>
      <p:pic>
        <p:nvPicPr>
          <p:cNvPr id="135" name="Immagine 134">
            <a:extLst>
              <a:ext uri="{FF2B5EF4-FFF2-40B4-BE49-F238E27FC236}">
                <a16:creationId xmlns:a16="http://schemas.microsoft.com/office/drawing/2014/main" id="{6FFF3BF3-8720-FE6B-A2F4-50B8E69A19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3425" y="3868901"/>
            <a:ext cx="108755" cy="108755"/>
          </a:xfrm>
          <a:prstGeom prst="rect">
            <a:avLst/>
          </a:prstGeom>
        </p:spPr>
      </p:pic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30774347-B524-7A62-22E2-73EC720FD7EC}"/>
              </a:ext>
            </a:extLst>
          </p:cNvPr>
          <p:cNvCxnSpPr>
            <a:cxnSpLocks/>
          </p:cNvCxnSpPr>
          <p:nvPr/>
        </p:nvCxnSpPr>
        <p:spPr>
          <a:xfrm>
            <a:off x="6795004" y="4496117"/>
            <a:ext cx="4701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magine 8">
            <a:extLst>
              <a:ext uri="{FF2B5EF4-FFF2-40B4-BE49-F238E27FC236}">
                <a16:creationId xmlns:a16="http://schemas.microsoft.com/office/drawing/2014/main" id="{5BF965B3-2EC3-B0EE-C2F3-1F41B1B8CA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663" y="4086856"/>
            <a:ext cx="432588" cy="432588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8E64D914-B766-6FBA-EC71-BC70E8CDF5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45271" y="4182054"/>
            <a:ext cx="413179" cy="413179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83A580C-86F7-C985-9D96-6A2B8047C2C5}"/>
              </a:ext>
            </a:extLst>
          </p:cNvPr>
          <p:cNvSpPr txBox="1"/>
          <p:nvPr/>
        </p:nvSpPr>
        <p:spPr>
          <a:xfrm>
            <a:off x="7195065" y="4632342"/>
            <a:ext cx="22284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Real-Time Property Satisfaction </a:t>
            </a:r>
          </a:p>
          <a:p>
            <a:pPr algn="ctr"/>
            <a:r>
              <a:rPr lang="it-IT" sz="11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with Statistical Guarantees</a:t>
            </a:r>
          </a:p>
        </p:txBody>
      </p:sp>
      <p:cxnSp>
        <p:nvCxnSpPr>
          <p:cNvPr id="31" name="Connettore 1 30">
            <a:extLst>
              <a:ext uri="{FF2B5EF4-FFF2-40B4-BE49-F238E27FC236}">
                <a16:creationId xmlns:a16="http://schemas.microsoft.com/office/drawing/2014/main" id="{C8D72FD7-08AB-0D1D-886A-D6B55FB45F3A}"/>
              </a:ext>
            </a:extLst>
          </p:cNvPr>
          <p:cNvCxnSpPr>
            <a:cxnSpLocks/>
          </p:cNvCxnSpPr>
          <p:nvPr/>
        </p:nvCxnSpPr>
        <p:spPr>
          <a:xfrm>
            <a:off x="8000317" y="3366238"/>
            <a:ext cx="0" cy="492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ttore 1 32">
            <a:extLst>
              <a:ext uri="{FF2B5EF4-FFF2-40B4-BE49-F238E27FC236}">
                <a16:creationId xmlns:a16="http://schemas.microsoft.com/office/drawing/2014/main" id="{55731D3A-D719-2FAA-792A-F4B4D50E670F}"/>
              </a:ext>
            </a:extLst>
          </p:cNvPr>
          <p:cNvCxnSpPr>
            <a:cxnSpLocks/>
          </p:cNvCxnSpPr>
          <p:nvPr/>
        </p:nvCxnSpPr>
        <p:spPr>
          <a:xfrm flipH="1">
            <a:off x="4665330" y="3853001"/>
            <a:ext cx="334426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E5AE5243-6CEF-7704-87A6-671246336A11}"/>
              </a:ext>
            </a:extLst>
          </p:cNvPr>
          <p:cNvSpPr txBox="1"/>
          <p:nvPr/>
        </p:nvSpPr>
        <p:spPr>
          <a:xfrm>
            <a:off x="3284159" y="4701306"/>
            <a:ext cx="992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Predictions </a:t>
            </a:r>
          </a:p>
        </p:txBody>
      </p:sp>
      <p:pic>
        <p:nvPicPr>
          <p:cNvPr id="59" name="Immagine 58">
            <a:extLst>
              <a:ext uri="{FF2B5EF4-FFF2-40B4-BE49-F238E27FC236}">
                <a16:creationId xmlns:a16="http://schemas.microsoft.com/office/drawing/2014/main" id="{216685CA-0C30-B4B1-BBA3-BDEEC99EE5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199" y="4218379"/>
            <a:ext cx="413176" cy="413176"/>
          </a:xfrm>
          <a:prstGeom prst="rect">
            <a:avLst/>
          </a:prstGeom>
        </p:spPr>
      </p:pic>
      <p:cxnSp>
        <p:nvCxnSpPr>
          <p:cNvPr id="19" name="Connettore 1 18">
            <a:extLst>
              <a:ext uri="{FF2B5EF4-FFF2-40B4-BE49-F238E27FC236}">
                <a16:creationId xmlns:a16="http://schemas.microsoft.com/office/drawing/2014/main" id="{331A070D-8B2F-DD2F-0953-B39CF665D1D3}"/>
              </a:ext>
            </a:extLst>
          </p:cNvPr>
          <p:cNvCxnSpPr>
            <a:cxnSpLocks/>
          </p:cNvCxnSpPr>
          <p:nvPr/>
        </p:nvCxnSpPr>
        <p:spPr>
          <a:xfrm>
            <a:off x="1407937" y="3504370"/>
            <a:ext cx="7858247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4AF37F8C-F54F-240C-8FC1-E4228D98807C}"/>
              </a:ext>
            </a:extLst>
          </p:cNvPr>
          <p:cNvSpPr txBox="1"/>
          <p:nvPr/>
        </p:nvSpPr>
        <p:spPr>
          <a:xfrm>
            <a:off x="5264493" y="2518409"/>
            <a:ext cx="9913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Offline </a:t>
            </a:r>
            <a:r>
              <a:rPr lang="it-IT" sz="1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Requirements</a:t>
            </a:r>
            <a:r>
              <a:rPr lang="it-IT" sz="1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</a:p>
          <a:p>
            <a:pPr algn="ctr"/>
            <a:r>
              <a:rPr lang="it-IT" sz="1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Monitoring</a:t>
            </a:r>
            <a:endParaRPr lang="it-IT" sz="1000" i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9627A08C-034F-5326-2945-E9981DAA6AA6}"/>
              </a:ext>
            </a:extLst>
          </p:cNvPr>
          <p:cNvSpPr/>
          <p:nvPr/>
        </p:nvSpPr>
        <p:spPr>
          <a:xfrm>
            <a:off x="3229158" y="2169837"/>
            <a:ext cx="1671712" cy="830317"/>
          </a:xfrm>
          <a:prstGeom prst="roundRect">
            <a:avLst>
              <a:gd name="adj" fmla="val 11614"/>
            </a:avLst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 dirty="0">
              <a:solidFill>
                <a:schemeClr val="tx1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C77C7DCE-7B2F-D954-A2E8-5FE3FF1B34A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17984" y="2497620"/>
            <a:ext cx="415526" cy="140546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8BCEC66-F36A-D55A-F25C-3D41EC044AD3}"/>
              </a:ext>
            </a:extLst>
          </p:cNvPr>
          <p:cNvSpPr txBox="1"/>
          <p:nvPr/>
        </p:nvSpPr>
        <p:spPr>
          <a:xfrm>
            <a:off x="3394129" y="3018297"/>
            <a:ext cx="1292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ML Data Pipeline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E078CEC0-E69B-F99D-B987-54A6E8F42A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537" y="2225101"/>
            <a:ext cx="158893" cy="158893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2940DB1C-4BAE-51CC-910E-DB7B31C16C5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808" y="2790363"/>
            <a:ext cx="158315" cy="158315"/>
          </a:xfrm>
          <a:prstGeom prst="rect">
            <a:avLst/>
          </a:prstGeom>
        </p:spPr>
      </p:pic>
      <p:pic>
        <p:nvPicPr>
          <p:cNvPr id="30" name="Immagine 29">
            <a:extLst>
              <a:ext uri="{FF2B5EF4-FFF2-40B4-BE49-F238E27FC236}">
                <a16:creationId xmlns:a16="http://schemas.microsoft.com/office/drawing/2014/main" id="{EAC43250-B83B-26F1-7BDD-30081ACFF2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949" y="2275322"/>
            <a:ext cx="159392" cy="159392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BFA1B567-E878-5BA5-D862-065D57340970}"/>
              </a:ext>
            </a:extLst>
          </p:cNvPr>
          <p:cNvSpPr txBox="1"/>
          <p:nvPr/>
        </p:nvSpPr>
        <p:spPr>
          <a:xfrm>
            <a:off x="8569471" y="3884143"/>
            <a:ext cx="9156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</a:t>
            </a:r>
            <a:r>
              <a:rPr lang="it-IT" sz="900" i="1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..</a:t>
            </a:r>
            <a:r>
              <a:rPr lang="it-IT" sz="9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it-IT" sz="900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[0, 374939 , </a:t>
            </a:r>
            <a:r>
              <a:rPr lang="it-IT" sz="900" b="1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97%</a:t>
            </a:r>
            <a:r>
              <a:rPr lang="it-IT" sz="900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]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26D2C9BD-5D4B-0974-D4E0-40BBAF1E8A64}"/>
              </a:ext>
            </a:extLst>
          </p:cNvPr>
          <p:cNvSpPr txBox="1"/>
          <p:nvPr/>
        </p:nvSpPr>
        <p:spPr>
          <a:xfrm>
            <a:off x="8569880" y="3729119"/>
            <a:ext cx="7841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</a:t>
            </a:r>
            <a:r>
              <a:rPr lang="it-IT" sz="900" i="1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1</a:t>
            </a:r>
            <a:r>
              <a:rPr lang="it-IT" sz="9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it-IT" sz="900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[1, +∞, </a:t>
            </a:r>
            <a:r>
              <a:rPr lang="it-IT" sz="900" b="1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99%</a:t>
            </a:r>
            <a:r>
              <a:rPr lang="it-IT" sz="900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]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89064BA1-724D-F7D3-B63A-AA446F9F2593}"/>
              </a:ext>
            </a:extLst>
          </p:cNvPr>
          <p:cNvSpPr txBox="1"/>
          <p:nvPr/>
        </p:nvSpPr>
        <p:spPr>
          <a:xfrm>
            <a:off x="8571219" y="4027656"/>
            <a:ext cx="7505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00" i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</a:t>
            </a:r>
            <a:r>
              <a:rPr lang="it-IT" sz="900" i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</a:t>
            </a:r>
            <a:r>
              <a:rPr lang="it-IT" sz="9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it-IT" sz="900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[1, -∞, </a:t>
            </a:r>
            <a:r>
              <a:rPr lang="it-IT" sz="900" b="1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81%</a:t>
            </a:r>
            <a:r>
              <a:rPr lang="it-IT" sz="900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]</a:t>
            </a:r>
          </a:p>
        </p:txBody>
      </p:sp>
      <p:pic>
        <p:nvPicPr>
          <p:cNvPr id="41" name="Immagine 40">
            <a:extLst>
              <a:ext uri="{FF2B5EF4-FFF2-40B4-BE49-F238E27FC236}">
                <a16:creationId xmlns:a16="http://schemas.microsoft.com/office/drawing/2014/main" id="{1F1CF530-F806-6859-9CB8-1C7B8FFB31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1805" y="4014162"/>
            <a:ext cx="108755" cy="108755"/>
          </a:xfrm>
          <a:prstGeom prst="rect">
            <a:avLst/>
          </a:prstGeom>
        </p:spPr>
      </p:pic>
      <p:pic>
        <p:nvPicPr>
          <p:cNvPr id="42" name="Immagine 41">
            <a:extLst>
              <a:ext uri="{FF2B5EF4-FFF2-40B4-BE49-F238E27FC236}">
                <a16:creationId xmlns:a16="http://schemas.microsoft.com/office/drawing/2014/main" id="{6B10DB56-8855-6675-9DDC-12E52F56B7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463" y="4156336"/>
            <a:ext cx="108755" cy="108755"/>
          </a:xfrm>
          <a:prstGeom prst="rect">
            <a:avLst/>
          </a:prstGeom>
        </p:spPr>
      </p:pic>
      <p:pic>
        <p:nvPicPr>
          <p:cNvPr id="43" name="Immagine 42">
            <a:extLst>
              <a:ext uri="{FF2B5EF4-FFF2-40B4-BE49-F238E27FC236}">
                <a16:creationId xmlns:a16="http://schemas.microsoft.com/office/drawing/2014/main" id="{68976540-91E0-4044-F64B-2162AF8E7A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074" y="4156075"/>
            <a:ext cx="108755" cy="108755"/>
          </a:xfrm>
          <a:prstGeom prst="rect">
            <a:avLst/>
          </a:prstGeom>
        </p:spPr>
      </p:pic>
      <p:cxnSp>
        <p:nvCxnSpPr>
          <p:cNvPr id="46" name="Connettore 1 45">
            <a:extLst>
              <a:ext uri="{FF2B5EF4-FFF2-40B4-BE49-F238E27FC236}">
                <a16:creationId xmlns:a16="http://schemas.microsoft.com/office/drawing/2014/main" id="{67D138D2-003B-05FF-F4EF-189DDB4505B2}"/>
              </a:ext>
            </a:extLst>
          </p:cNvPr>
          <p:cNvCxnSpPr>
            <a:cxnSpLocks/>
          </p:cNvCxnSpPr>
          <p:nvPr/>
        </p:nvCxnSpPr>
        <p:spPr>
          <a:xfrm>
            <a:off x="8126940" y="3984882"/>
            <a:ext cx="454331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Connettore 1 50">
            <a:extLst>
              <a:ext uri="{FF2B5EF4-FFF2-40B4-BE49-F238E27FC236}">
                <a16:creationId xmlns:a16="http://schemas.microsoft.com/office/drawing/2014/main" id="{E2076B0F-8703-5E30-31A8-524239D4A6A0}"/>
              </a:ext>
            </a:extLst>
          </p:cNvPr>
          <p:cNvCxnSpPr>
            <a:cxnSpLocks/>
          </p:cNvCxnSpPr>
          <p:nvPr/>
        </p:nvCxnSpPr>
        <p:spPr>
          <a:xfrm flipV="1">
            <a:off x="8579746" y="3891486"/>
            <a:ext cx="80929" cy="9339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Connettore 1 55">
            <a:extLst>
              <a:ext uri="{FF2B5EF4-FFF2-40B4-BE49-F238E27FC236}">
                <a16:creationId xmlns:a16="http://schemas.microsoft.com/office/drawing/2014/main" id="{A422DE96-CF1A-0B6B-6680-71D3A632D905}"/>
              </a:ext>
            </a:extLst>
          </p:cNvPr>
          <p:cNvCxnSpPr>
            <a:cxnSpLocks/>
          </p:cNvCxnSpPr>
          <p:nvPr/>
        </p:nvCxnSpPr>
        <p:spPr>
          <a:xfrm>
            <a:off x="8122871" y="4130166"/>
            <a:ext cx="454331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Connettore 1 59">
            <a:extLst>
              <a:ext uri="{FF2B5EF4-FFF2-40B4-BE49-F238E27FC236}">
                <a16:creationId xmlns:a16="http://schemas.microsoft.com/office/drawing/2014/main" id="{AA0F80EB-7010-AC26-D7B5-BC39C2EB900B}"/>
              </a:ext>
            </a:extLst>
          </p:cNvPr>
          <p:cNvCxnSpPr>
            <a:cxnSpLocks/>
          </p:cNvCxnSpPr>
          <p:nvPr/>
        </p:nvCxnSpPr>
        <p:spPr>
          <a:xfrm flipV="1">
            <a:off x="8573877" y="4036770"/>
            <a:ext cx="80929" cy="9339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Connettore 1 62">
            <a:extLst>
              <a:ext uri="{FF2B5EF4-FFF2-40B4-BE49-F238E27FC236}">
                <a16:creationId xmlns:a16="http://schemas.microsoft.com/office/drawing/2014/main" id="{CA7281DA-4F08-A78F-0673-6FA50E2962E5}"/>
              </a:ext>
            </a:extLst>
          </p:cNvPr>
          <p:cNvCxnSpPr>
            <a:cxnSpLocks/>
          </p:cNvCxnSpPr>
          <p:nvPr/>
        </p:nvCxnSpPr>
        <p:spPr>
          <a:xfrm>
            <a:off x="8122871" y="4271656"/>
            <a:ext cx="454331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Connettore 1 63">
            <a:extLst>
              <a:ext uri="{FF2B5EF4-FFF2-40B4-BE49-F238E27FC236}">
                <a16:creationId xmlns:a16="http://schemas.microsoft.com/office/drawing/2014/main" id="{C1B66754-9236-4E16-78CC-FD2F48D99276}"/>
              </a:ext>
            </a:extLst>
          </p:cNvPr>
          <p:cNvCxnSpPr>
            <a:cxnSpLocks/>
          </p:cNvCxnSpPr>
          <p:nvPr/>
        </p:nvCxnSpPr>
        <p:spPr>
          <a:xfrm flipV="1">
            <a:off x="8573877" y="4178260"/>
            <a:ext cx="80929" cy="9339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43A440A4-2AA5-A432-9E6D-867EBD15178A}"/>
              </a:ext>
            </a:extLst>
          </p:cNvPr>
          <p:cNvSpPr txBox="1"/>
          <p:nvPr/>
        </p:nvSpPr>
        <p:spPr>
          <a:xfrm>
            <a:off x="5040998" y="4610330"/>
            <a:ext cx="9893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Time-</a:t>
            </a:r>
            <a:r>
              <a:rPr lang="it-IT" sz="8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Robustness</a:t>
            </a:r>
            <a:r>
              <a:rPr lang="it-IT" sz="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</a:p>
          <a:p>
            <a:pPr algn="ctr"/>
            <a:r>
              <a:rPr lang="it-IT" sz="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Quantification</a:t>
            </a:r>
          </a:p>
        </p:txBody>
      </p:sp>
      <p:pic>
        <p:nvPicPr>
          <p:cNvPr id="93" name="Immagine 92">
            <a:extLst>
              <a:ext uri="{FF2B5EF4-FFF2-40B4-BE49-F238E27FC236}">
                <a16:creationId xmlns:a16="http://schemas.microsoft.com/office/drawing/2014/main" id="{CE567A1E-3D4C-E36F-FE66-141BEA15D2EF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9294" t="27200" r="19011" b="42821"/>
          <a:stretch/>
        </p:blipFill>
        <p:spPr>
          <a:xfrm>
            <a:off x="5028471" y="4910061"/>
            <a:ext cx="1005900" cy="189061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F91A5519-BBD2-3848-08D5-A330B3170E4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17"/>
          <a:stretch/>
        </p:blipFill>
        <p:spPr>
          <a:xfrm flipH="1">
            <a:off x="2448413" y="4385893"/>
            <a:ext cx="309449" cy="243484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3E9F839-6DD1-055B-BE64-8AAB5D74846C}"/>
              </a:ext>
            </a:extLst>
          </p:cNvPr>
          <p:cNvSpPr txBox="1"/>
          <p:nvPr/>
        </p:nvSpPr>
        <p:spPr>
          <a:xfrm>
            <a:off x="1583108" y="4701306"/>
            <a:ext cx="1186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Ongoing Trace</a:t>
            </a:r>
          </a:p>
        </p:txBody>
      </p:sp>
      <p:pic>
        <p:nvPicPr>
          <p:cNvPr id="35" name="Graphic 30">
            <a:extLst>
              <a:ext uri="{FF2B5EF4-FFF2-40B4-BE49-F238E27FC236}">
                <a16:creationId xmlns:a16="http://schemas.microsoft.com/office/drawing/2014/main" id="{B36FA7F9-BEDA-9B55-646A-CCC0F4FDF4E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91870" y="4020475"/>
            <a:ext cx="1559184" cy="489478"/>
          </a:xfrm>
          <a:prstGeom prst="rect">
            <a:avLst/>
          </a:prstGeom>
        </p:spPr>
      </p:pic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236ECEDC-441F-97E9-541A-E9BF261DE15F}"/>
              </a:ext>
            </a:extLst>
          </p:cNvPr>
          <p:cNvCxnSpPr>
            <a:cxnSpLocks/>
          </p:cNvCxnSpPr>
          <p:nvPr/>
        </p:nvCxnSpPr>
        <p:spPr>
          <a:xfrm>
            <a:off x="2892217" y="4441397"/>
            <a:ext cx="5815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C1E6D7D7-F1E2-057F-F6D4-5826A4FA3C7A}"/>
              </a:ext>
            </a:extLst>
          </p:cNvPr>
          <p:cNvCxnSpPr>
            <a:cxnSpLocks/>
          </p:cNvCxnSpPr>
          <p:nvPr/>
        </p:nvCxnSpPr>
        <p:spPr>
          <a:xfrm>
            <a:off x="4671521" y="3853001"/>
            <a:ext cx="0" cy="443647"/>
          </a:xfrm>
          <a:prstGeom prst="straightConnector1">
            <a:avLst/>
          </a:prstGeom>
          <a:ln>
            <a:solidFill>
              <a:schemeClr val="tx1"/>
            </a:solidFill>
            <a:bevel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87D86401-FE7F-B642-2DD6-3B504DAA6D44}"/>
              </a:ext>
            </a:extLst>
          </p:cNvPr>
          <p:cNvSpPr txBox="1"/>
          <p:nvPr/>
        </p:nvSpPr>
        <p:spPr>
          <a:xfrm>
            <a:off x="4016566" y="4212383"/>
            <a:ext cx="2759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</a:t>
            </a:r>
            <a:r>
              <a:rPr lang="it-IT" sz="2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it-IT" sz="2000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( [0..1]   ,  [-∞..+∞]   ,  </a:t>
            </a:r>
            <a:r>
              <a:rPr lang="it-IT" sz="2000" b="1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99% </a:t>
            </a:r>
            <a:r>
              <a:rPr lang="it-IT" sz="2000" baseline="-25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)</a:t>
            </a:r>
          </a:p>
        </p:txBody>
      </p:sp>
      <p:sp>
        <p:nvSpPr>
          <p:cNvPr id="86" name="CasellaDiTesto 85">
            <a:extLst>
              <a:ext uri="{FF2B5EF4-FFF2-40B4-BE49-F238E27FC236}">
                <a16:creationId xmlns:a16="http://schemas.microsoft.com/office/drawing/2014/main" id="{5CCCCB10-9610-302D-0EA4-04C2760EC38D}"/>
              </a:ext>
            </a:extLst>
          </p:cNvPr>
          <p:cNvSpPr txBox="1"/>
          <p:nvPr/>
        </p:nvSpPr>
        <p:spPr>
          <a:xfrm>
            <a:off x="2991136" y="4026174"/>
            <a:ext cx="365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x</a:t>
            </a:r>
            <a:r>
              <a:rPr lang="it-IT" i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t</a:t>
            </a:r>
            <a:endParaRPr lang="it-IT" baseline="-2500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94" name="CasellaDiTesto 93">
            <a:extLst>
              <a:ext uri="{FF2B5EF4-FFF2-40B4-BE49-F238E27FC236}">
                <a16:creationId xmlns:a16="http://schemas.microsoft.com/office/drawing/2014/main" id="{F14C0050-AA50-5058-9D00-7E42CA9A40DF}"/>
              </a:ext>
            </a:extLst>
          </p:cNvPr>
          <p:cNvSpPr txBox="1"/>
          <p:nvPr/>
        </p:nvSpPr>
        <p:spPr>
          <a:xfrm>
            <a:off x="4217047" y="4608336"/>
            <a:ext cx="8965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Property </a:t>
            </a:r>
          </a:p>
          <a:p>
            <a:pPr algn="ctr"/>
            <a:r>
              <a:rPr lang="it-IT" sz="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Satisfaction </a:t>
            </a:r>
          </a:p>
        </p:txBody>
      </p:sp>
      <p:sp>
        <p:nvSpPr>
          <p:cNvPr id="102" name="CasellaDiTesto 101">
            <a:extLst>
              <a:ext uri="{FF2B5EF4-FFF2-40B4-BE49-F238E27FC236}">
                <a16:creationId xmlns:a16="http://schemas.microsoft.com/office/drawing/2014/main" id="{FE3B285D-CCDE-64E0-F8F5-522B8B2E4182}"/>
              </a:ext>
            </a:extLst>
          </p:cNvPr>
          <p:cNvSpPr txBox="1"/>
          <p:nvPr/>
        </p:nvSpPr>
        <p:spPr>
          <a:xfrm>
            <a:off x="3218122" y="2199226"/>
            <a:ext cx="138654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it-IT" sz="1050" dirty="0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Data </a:t>
            </a:r>
            <a:r>
              <a:rPr lang="it-IT" sz="1050" dirty="0" err="1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Pre</a:t>
            </a:r>
            <a:r>
              <a:rPr lang="it-IT" sz="1050" dirty="0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-Processing</a:t>
            </a:r>
          </a:p>
        </p:txBody>
      </p:sp>
      <p:sp>
        <p:nvSpPr>
          <p:cNvPr id="103" name="CasellaDiTesto 102">
            <a:extLst>
              <a:ext uri="{FF2B5EF4-FFF2-40B4-BE49-F238E27FC236}">
                <a16:creationId xmlns:a16="http://schemas.microsoft.com/office/drawing/2014/main" id="{55D8EC81-4FE0-6FE1-2E8B-33BDDB966F0F}"/>
              </a:ext>
            </a:extLst>
          </p:cNvPr>
          <p:cNvSpPr txBox="1"/>
          <p:nvPr/>
        </p:nvSpPr>
        <p:spPr>
          <a:xfrm>
            <a:off x="3141660" y="2451386"/>
            <a:ext cx="13531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5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Prefix</a:t>
            </a:r>
            <a:r>
              <a:rPr lang="it-IT" sz="105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it-IT" sz="105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Extraction</a:t>
            </a:r>
            <a:endParaRPr lang="it-IT" sz="105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106" name="CasellaDiTesto 105">
            <a:extLst>
              <a:ext uri="{FF2B5EF4-FFF2-40B4-BE49-F238E27FC236}">
                <a16:creationId xmlns:a16="http://schemas.microsoft.com/office/drawing/2014/main" id="{BA061167-67A0-DB42-9F21-819C72C41D31}"/>
              </a:ext>
            </a:extLst>
          </p:cNvPr>
          <p:cNvSpPr txBox="1"/>
          <p:nvPr/>
        </p:nvSpPr>
        <p:spPr>
          <a:xfrm>
            <a:off x="3144855" y="2695832"/>
            <a:ext cx="143240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5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Features </a:t>
            </a:r>
            <a:r>
              <a:rPr lang="it-IT" sz="105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Encoding</a:t>
            </a:r>
            <a:endParaRPr lang="it-IT" sz="105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cxnSp>
        <p:nvCxnSpPr>
          <p:cNvPr id="113" name="Connettore 2 112">
            <a:extLst>
              <a:ext uri="{FF2B5EF4-FFF2-40B4-BE49-F238E27FC236}">
                <a16:creationId xmlns:a16="http://schemas.microsoft.com/office/drawing/2014/main" id="{056064F1-3F8A-D70E-E29D-1DEC722A29F6}"/>
              </a:ext>
            </a:extLst>
          </p:cNvPr>
          <p:cNvCxnSpPr>
            <a:cxnSpLocks/>
          </p:cNvCxnSpPr>
          <p:nvPr/>
        </p:nvCxnSpPr>
        <p:spPr>
          <a:xfrm>
            <a:off x="5558439" y="3853097"/>
            <a:ext cx="0" cy="443647"/>
          </a:xfrm>
          <a:prstGeom prst="straightConnector1">
            <a:avLst/>
          </a:prstGeom>
          <a:ln>
            <a:solidFill>
              <a:schemeClr val="tx1"/>
            </a:solidFill>
            <a:bevel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9" name="Immagine 138">
            <a:extLst>
              <a:ext uri="{FF2B5EF4-FFF2-40B4-BE49-F238E27FC236}">
                <a16:creationId xmlns:a16="http://schemas.microsoft.com/office/drawing/2014/main" id="{2C8CCDCB-68F3-F1AC-CEB9-4198A0B2486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34636" y="4917284"/>
            <a:ext cx="607313" cy="315082"/>
          </a:xfrm>
          <a:prstGeom prst="rect">
            <a:avLst/>
          </a:prstGeom>
        </p:spPr>
      </p:pic>
      <p:pic>
        <p:nvPicPr>
          <p:cNvPr id="146" name="Immagine 145">
            <a:extLst>
              <a:ext uri="{FF2B5EF4-FFF2-40B4-BE49-F238E27FC236}">
                <a16:creationId xmlns:a16="http://schemas.microsoft.com/office/drawing/2014/main" id="{43692EEF-5B21-C41D-5642-0939AD21329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69818" y="2089101"/>
            <a:ext cx="1209439" cy="837304"/>
          </a:xfrm>
          <a:prstGeom prst="rect">
            <a:avLst/>
          </a:prstGeom>
        </p:spPr>
      </p:pic>
      <p:pic>
        <p:nvPicPr>
          <p:cNvPr id="44" name="Immagine 43">
            <a:extLst>
              <a:ext uri="{FF2B5EF4-FFF2-40B4-BE49-F238E27FC236}">
                <a16:creationId xmlns:a16="http://schemas.microsoft.com/office/drawing/2014/main" id="{0B5D3BF6-9937-E5C2-00B0-A5D991C7F88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103" y="3081217"/>
            <a:ext cx="189426" cy="189426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00306140-3FC3-C55A-1800-81D0D1FA60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103" y="2732981"/>
            <a:ext cx="158893" cy="158893"/>
          </a:xfrm>
          <a:prstGeom prst="rect">
            <a:avLst/>
          </a:prstGeom>
        </p:spPr>
      </p:pic>
      <p:pic>
        <p:nvPicPr>
          <p:cNvPr id="36" name="Immagine 35">
            <a:extLst>
              <a:ext uri="{FF2B5EF4-FFF2-40B4-BE49-F238E27FC236}">
                <a16:creationId xmlns:a16="http://schemas.microsoft.com/office/drawing/2014/main" id="{8C80CA9E-BB7D-882B-CA02-12E68ED56D8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427" y="3168956"/>
            <a:ext cx="140617" cy="140617"/>
          </a:xfrm>
          <a:prstGeom prst="rect">
            <a:avLst/>
          </a:prstGeom>
        </p:spPr>
      </p:pic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C04CC9BA-B10C-2C72-AD3B-36E0517593B6}"/>
              </a:ext>
            </a:extLst>
          </p:cNvPr>
          <p:cNvCxnSpPr>
            <a:cxnSpLocks/>
          </p:cNvCxnSpPr>
          <p:nvPr/>
        </p:nvCxnSpPr>
        <p:spPr>
          <a:xfrm>
            <a:off x="6187228" y="2810812"/>
            <a:ext cx="300206" cy="28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4AEDE064-B603-46C5-1A1B-76B3F8FCCFC5}"/>
              </a:ext>
            </a:extLst>
          </p:cNvPr>
          <p:cNvCxnSpPr>
            <a:cxnSpLocks/>
          </p:cNvCxnSpPr>
          <p:nvPr/>
        </p:nvCxnSpPr>
        <p:spPr>
          <a:xfrm>
            <a:off x="5005287" y="2317180"/>
            <a:ext cx="144580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98562043-FB86-569E-614D-44C1EFD80D24}"/>
              </a:ext>
            </a:extLst>
          </p:cNvPr>
          <p:cNvSpPr txBox="1"/>
          <p:nvPr/>
        </p:nvSpPr>
        <p:spPr>
          <a:xfrm>
            <a:off x="7616446" y="2861759"/>
            <a:ext cx="20289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Conformal Prediction</a:t>
            </a:r>
          </a:p>
        </p:txBody>
      </p:sp>
      <p:pic>
        <p:nvPicPr>
          <p:cNvPr id="38" name="Immagine 37">
            <a:extLst>
              <a:ext uri="{FF2B5EF4-FFF2-40B4-BE49-F238E27FC236}">
                <a16:creationId xmlns:a16="http://schemas.microsoft.com/office/drawing/2014/main" id="{96E23018-2F66-AD64-2A9E-8489369B312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64801" y="2254865"/>
            <a:ext cx="1116869" cy="579447"/>
          </a:xfrm>
          <a:prstGeom prst="rect">
            <a:avLst/>
          </a:prstGeom>
        </p:spPr>
      </p:pic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7DAAEE75-E35E-4FB8-BC4E-9F72543CA946}"/>
              </a:ext>
            </a:extLst>
          </p:cNvPr>
          <p:cNvSpPr txBox="1"/>
          <p:nvPr/>
        </p:nvSpPr>
        <p:spPr>
          <a:xfrm>
            <a:off x="7105291" y="3137547"/>
            <a:ext cx="1691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Conformalized Model</a:t>
            </a:r>
          </a:p>
        </p:txBody>
      </p: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60517EF5-D07E-3482-2EB1-9E7EE1AE6D1C}"/>
              </a:ext>
            </a:extLst>
          </p:cNvPr>
          <p:cNvCxnSpPr>
            <a:cxnSpLocks/>
          </p:cNvCxnSpPr>
          <p:nvPr/>
        </p:nvCxnSpPr>
        <p:spPr>
          <a:xfrm>
            <a:off x="6417667" y="3846715"/>
            <a:ext cx="0" cy="443647"/>
          </a:xfrm>
          <a:prstGeom prst="straightConnector1">
            <a:avLst/>
          </a:prstGeom>
          <a:ln>
            <a:solidFill>
              <a:schemeClr val="tx1"/>
            </a:solidFill>
            <a:bevel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C21F890A-E4B1-8916-AAF1-79B393FDADB2}"/>
              </a:ext>
            </a:extLst>
          </p:cNvPr>
          <p:cNvSpPr txBox="1"/>
          <p:nvPr/>
        </p:nvSpPr>
        <p:spPr>
          <a:xfrm>
            <a:off x="7728002" y="2413222"/>
            <a:ext cx="415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+</a:t>
            </a:r>
          </a:p>
        </p:txBody>
      </p:sp>
      <p:pic>
        <p:nvPicPr>
          <p:cNvPr id="74" name="Immagine 73">
            <a:extLst>
              <a:ext uri="{FF2B5EF4-FFF2-40B4-BE49-F238E27FC236}">
                <a16:creationId xmlns:a16="http://schemas.microsoft.com/office/drawing/2014/main" id="{61BDC6F4-074D-11C9-ADC8-A7FF4E7C0F8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799" y="4917284"/>
            <a:ext cx="261324" cy="26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526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78BFC-578E-A960-2D31-3FCFCDB3E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8F6BDCB2-0259-A824-D3E6-43AE3FF3F8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618"/>
          <a:stretch>
            <a:fillRect/>
          </a:stretch>
        </p:blipFill>
        <p:spPr>
          <a:xfrm>
            <a:off x="3278970" y="1400178"/>
            <a:ext cx="5548084" cy="401993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66E35E0-78FC-CFA9-8E21-2268BC392F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96"/>
          <a:stretch>
            <a:fillRect/>
          </a:stretch>
        </p:blipFill>
        <p:spPr>
          <a:xfrm>
            <a:off x="8824114" y="1400178"/>
            <a:ext cx="357809" cy="401993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F35D8D8-8440-BD41-A893-44ACC4B3E3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166" y="3753539"/>
            <a:ext cx="564990" cy="56499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86C463EF-A7C1-1BFA-B49F-354FBEA7EE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676" y="1992139"/>
            <a:ext cx="201000" cy="20100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3E665D1C-265C-2C51-81EE-1F60C1C7D3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00" y="3215532"/>
            <a:ext cx="263662" cy="263662"/>
          </a:xfrm>
          <a:prstGeom prst="rect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6F8CC475-E8F9-E901-924F-2C4855FE32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662" y="4562451"/>
            <a:ext cx="302122" cy="302122"/>
          </a:xfrm>
          <a:prstGeom prst="rect">
            <a:avLst/>
          </a:prstGeom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564AC58A-DBB9-9912-87A9-032D140721ED}"/>
              </a:ext>
            </a:extLst>
          </p:cNvPr>
          <p:cNvSpPr txBox="1"/>
          <p:nvPr/>
        </p:nvSpPr>
        <p:spPr>
          <a:xfrm>
            <a:off x="3576203" y="4318529"/>
            <a:ext cx="12486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it-IT" sz="1200" dirty="0">
                <a:solidFill>
                  <a:schemeClr val="tx1"/>
                </a:solidFill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Agent 1: </a:t>
            </a:r>
            <a:r>
              <a:rPr lang="it-IT" sz="1200" i="1" dirty="0">
                <a:solidFill>
                  <a:schemeClr val="tx1"/>
                </a:solidFill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«free»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F9CA22EA-1C7D-9C19-5556-3A52D5759209}"/>
              </a:ext>
            </a:extLst>
          </p:cNvPr>
          <p:cNvSpPr txBox="1"/>
          <p:nvPr/>
        </p:nvSpPr>
        <p:spPr>
          <a:xfrm>
            <a:off x="7276058" y="2174111"/>
            <a:ext cx="12155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it-IT" sz="1200" dirty="0">
                <a:solidFill>
                  <a:schemeClr val="tx1"/>
                </a:solidFill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Agent 2: </a:t>
            </a:r>
            <a:r>
              <a:rPr lang="it-IT" sz="1200" i="1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«idle»</a:t>
            </a:r>
            <a:endParaRPr lang="it-IT" sz="1200" i="1" dirty="0">
              <a:solidFill>
                <a:schemeClr val="tx1"/>
              </a:solidFill>
              <a:latin typeface="Helvetica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87D30F0A-932B-3BFB-F9DB-CB318CDB2D8B}"/>
              </a:ext>
            </a:extLst>
          </p:cNvPr>
          <p:cNvSpPr txBox="1"/>
          <p:nvPr/>
        </p:nvSpPr>
        <p:spPr>
          <a:xfrm>
            <a:off x="5056710" y="4947998"/>
            <a:ext cx="15609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it-IT" sz="1200" dirty="0">
                <a:solidFill>
                  <a:schemeClr val="tx1"/>
                </a:solidFill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Agent 3: </a:t>
            </a:r>
            <a:r>
              <a:rPr lang="it-IT" sz="1200" i="1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«drop»</a:t>
            </a:r>
            <a:endParaRPr lang="it-IT" sz="1200" i="1" dirty="0">
              <a:solidFill>
                <a:schemeClr val="tx1"/>
              </a:solidFill>
              <a:latin typeface="Helvetica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E7024281-BAF1-7616-BA6D-21D03870ACA3}"/>
              </a:ext>
            </a:extLst>
          </p:cNvPr>
          <p:cNvSpPr txBox="1"/>
          <p:nvPr/>
        </p:nvSpPr>
        <p:spPr>
          <a:xfrm>
            <a:off x="6002658" y="4575013"/>
            <a:ext cx="13383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it-IT" sz="1200" i="1" dirty="0" err="1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Item</a:t>
            </a:r>
            <a:r>
              <a:rPr lang="it-IT" sz="1200" i="1" baseline="-25000" dirty="0" err="1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Priority</a:t>
            </a:r>
            <a:r>
              <a:rPr lang="it-IT" sz="1200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«L»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45E590F7-CF6C-6049-8AA9-DD3969279334}"/>
              </a:ext>
            </a:extLst>
          </p:cNvPr>
          <p:cNvSpPr txBox="1"/>
          <p:nvPr/>
        </p:nvSpPr>
        <p:spPr>
          <a:xfrm>
            <a:off x="5329363" y="1969020"/>
            <a:ext cx="14356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it-IT" sz="1200" i="1" dirty="0" err="1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Item</a:t>
            </a:r>
            <a:r>
              <a:rPr lang="it-IT" sz="1200" i="1" baseline="-25000" dirty="0" err="1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Priority</a:t>
            </a:r>
            <a:r>
              <a:rPr lang="it-IT" sz="1200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«M»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5CBD900F-0E24-2C5F-9F75-2B0F295F8CBC}"/>
              </a:ext>
            </a:extLst>
          </p:cNvPr>
          <p:cNvSpPr txBox="1"/>
          <p:nvPr/>
        </p:nvSpPr>
        <p:spPr>
          <a:xfrm>
            <a:off x="7153248" y="3216313"/>
            <a:ext cx="1338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it-IT" sz="1200" i="1" dirty="0" err="1">
                <a:solidFill>
                  <a:schemeClr val="tx1"/>
                </a:solidFill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Item</a:t>
            </a:r>
            <a:r>
              <a:rPr lang="it-IT" sz="1200" i="1" baseline="-25000" dirty="0" err="1">
                <a:solidFill>
                  <a:schemeClr val="tx1"/>
                </a:solidFill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Priority</a:t>
            </a:r>
            <a:r>
              <a:rPr lang="it-IT" sz="1200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«H»</a:t>
            </a:r>
            <a:endParaRPr lang="it-IT" sz="1200" dirty="0">
              <a:solidFill>
                <a:schemeClr val="tx1"/>
              </a:solidFill>
              <a:latin typeface="Helvetica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pic>
        <p:nvPicPr>
          <p:cNvPr id="36" name="Immagine 35">
            <a:extLst>
              <a:ext uri="{FF2B5EF4-FFF2-40B4-BE49-F238E27FC236}">
                <a16:creationId xmlns:a16="http://schemas.microsoft.com/office/drawing/2014/main" id="{814154E3-8A86-7992-B71B-2F57B5D9D1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2167" y="1686000"/>
            <a:ext cx="482600" cy="482600"/>
          </a:xfrm>
          <a:prstGeom prst="rect">
            <a:avLst/>
          </a:prstGeom>
        </p:spPr>
      </p:pic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C429BF68-C2A9-3B23-C516-987F86C41E40}"/>
              </a:ext>
            </a:extLst>
          </p:cNvPr>
          <p:cNvSpPr txBox="1"/>
          <p:nvPr/>
        </p:nvSpPr>
        <p:spPr>
          <a:xfrm>
            <a:off x="3726692" y="2137360"/>
            <a:ext cx="11798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it-IT" sz="1200" dirty="0">
                <a:solidFill>
                  <a:schemeClr val="tx1"/>
                </a:solidFill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Coordinator</a:t>
            </a:r>
          </a:p>
        </p:txBody>
      </p:sp>
      <p:pic>
        <p:nvPicPr>
          <p:cNvPr id="40" name="Immagine 39">
            <a:extLst>
              <a:ext uri="{FF2B5EF4-FFF2-40B4-BE49-F238E27FC236}">
                <a16:creationId xmlns:a16="http://schemas.microsoft.com/office/drawing/2014/main" id="{6984723F-61AA-E710-DFA1-B20D81F3A7D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371" y="1644805"/>
            <a:ext cx="564990" cy="564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Immagine 40">
            <a:extLst>
              <a:ext uri="{FF2B5EF4-FFF2-40B4-BE49-F238E27FC236}">
                <a16:creationId xmlns:a16="http://schemas.microsoft.com/office/drawing/2014/main" id="{22D51DEC-33CF-38D3-3868-9FE60632D6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743" y="4431018"/>
            <a:ext cx="564990" cy="56499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7C693357-1007-F8A5-DB1C-55AC31B33722}"/>
              </a:ext>
            </a:extLst>
          </p:cNvPr>
          <p:cNvSpPr txBox="1"/>
          <p:nvPr/>
        </p:nvSpPr>
        <p:spPr>
          <a:xfrm>
            <a:off x="5050095" y="1608563"/>
            <a:ext cx="870258" cy="27699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it-IT" sz="1200" dirty="0">
                <a:solidFill>
                  <a:schemeClr val="tx1"/>
                </a:solidFill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Pharmacy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8F37DDB4-DD91-4666-CA74-06830E3984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199" y="3067212"/>
            <a:ext cx="564990" cy="56499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059BC2B-6E42-03D3-A32B-557B582A39AE}"/>
              </a:ext>
            </a:extLst>
          </p:cNvPr>
          <p:cNvSpPr txBox="1"/>
          <p:nvPr/>
        </p:nvSpPr>
        <p:spPr>
          <a:xfrm>
            <a:off x="6218003" y="3632202"/>
            <a:ext cx="13383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it-IT" sz="1200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Agent 4: </a:t>
            </a:r>
            <a:r>
              <a:rPr lang="it-IT" sz="1200" i="1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«</a:t>
            </a:r>
            <a:r>
              <a:rPr lang="it-IT" sz="1200" i="1" dirty="0" err="1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move</a:t>
            </a:r>
            <a:r>
              <a:rPr lang="it-IT" sz="1200" i="1" dirty="0">
                <a:latin typeface="Helvetica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» </a:t>
            </a:r>
            <a:endParaRPr lang="it-IT" sz="1200" i="1" dirty="0">
              <a:solidFill>
                <a:schemeClr val="tx1"/>
              </a:solidFill>
              <a:latin typeface="Helvetica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AC7E8777-B49F-15C5-C675-0AD1AAB014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3244" y="1597954"/>
            <a:ext cx="396132" cy="39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216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2E261-D09C-2797-F4DA-B14BC3A42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magine 38">
            <a:extLst>
              <a:ext uri="{FF2B5EF4-FFF2-40B4-BE49-F238E27FC236}">
                <a16:creationId xmlns:a16="http://schemas.microsoft.com/office/drawing/2014/main" id="{4834058A-37AD-DC59-FF55-7C3B03C54A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618"/>
          <a:stretch>
            <a:fillRect/>
          </a:stretch>
        </p:blipFill>
        <p:spPr>
          <a:xfrm>
            <a:off x="287108" y="250108"/>
            <a:ext cx="5548084" cy="401993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B9D19EF-8E03-5F8F-0C8D-948C12E39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96"/>
          <a:stretch>
            <a:fillRect/>
          </a:stretch>
        </p:blipFill>
        <p:spPr>
          <a:xfrm>
            <a:off x="5832252" y="250108"/>
            <a:ext cx="357809" cy="401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741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PMxDREAM.ppt" id="{25E05DE8-AC98-324E-B429-6065789AE99F}" vid="{E0D18693-2A9D-C249-8A60-551EE8F34D26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4073</TotalTime>
  <Words>344</Words>
  <Application>Microsoft Macintosh PowerPoint</Application>
  <PresentationFormat>Widescreen</PresentationFormat>
  <Paragraphs>140</Paragraphs>
  <Slides>7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CMU Serif</vt:lpstr>
      <vt:lpstr>CMU Serif Roman</vt:lpstr>
      <vt:lpstr>Helvetica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COMPAGNUCCI IVAN</dc:creator>
  <cp:lastModifiedBy>Ivan Compagnucci</cp:lastModifiedBy>
  <cp:revision>87</cp:revision>
  <dcterms:created xsi:type="dcterms:W3CDTF">2024-11-25T13:15:09Z</dcterms:created>
  <dcterms:modified xsi:type="dcterms:W3CDTF">2025-10-08T16:08:48Z</dcterms:modified>
</cp:coreProperties>
</file>